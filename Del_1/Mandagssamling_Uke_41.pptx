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60" r:id="rId6"/>
    <p:sldId id="265" r:id="rId7"/>
    <p:sldId id="259" r:id="rId8"/>
    <p:sldId id="264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8CDE0"/>
    <a:srgbClr val="2C8BA5"/>
    <a:srgbClr val="FFC000"/>
    <a:srgbClr val="1FA1B5"/>
    <a:srgbClr val="C54000"/>
    <a:srgbClr val="81D3EE"/>
    <a:srgbClr val="07292F"/>
    <a:srgbClr val="002C38"/>
    <a:srgbClr val="AEABAB"/>
    <a:srgbClr val="75C0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FCE378-BD6B-4322-81E1-89EC72AF9BC4}" v="1" dt="2021-10-11T08:37:17.065"/>
    <p1510:client id="{5BCEE6CD-4241-406F-8E18-268678EB6241}" v="213" dt="2021-10-11T06:15:14.0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49" autoAdjust="0"/>
    <p:restoredTop sz="94678" autoAdjust="0"/>
  </p:normalViewPr>
  <p:slideViewPr>
    <p:cSldViewPr snapToGrid="0">
      <p:cViewPr varScale="1">
        <p:scale>
          <a:sx n="82" d="100"/>
          <a:sy n="82" d="100"/>
        </p:scale>
        <p:origin x="475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nar Storeide" userId="0af9c049-ee75-4500-b565-c7c2d3e542c3" providerId="ADAL" clId="{5BCEE6CD-4241-406F-8E18-268678EB6241}"/>
    <pc:docChg chg="custSel addSld modSld">
      <pc:chgData name="Runar Storeide" userId="0af9c049-ee75-4500-b565-c7c2d3e542c3" providerId="ADAL" clId="{5BCEE6CD-4241-406F-8E18-268678EB6241}" dt="2021-10-11T06:15:27.896" v="448" actId="255"/>
      <pc:docMkLst>
        <pc:docMk/>
      </pc:docMkLst>
      <pc:sldChg chg="modTransition modAnim">
        <pc:chgData name="Runar Storeide" userId="0af9c049-ee75-4500-b565-c7c2d3e542c3" providerId="ADAL" clId="{5BCEE6CD-4241-406F-8E18-268678EB6241}" dt="2021-10-10T18:37:56.655" v="374"/>
        <pc:sldMkLst>
          <pc:docMk/>
          <pc:sldMk cId="1615148811" sldId="256"/>
        </pc:sldMkLst>
      </pc:sldChg>
      <pc:sldChg chg="modSp add mod modTransition">
        <pc:chgData name="Runar Storeide" userId="0af9c049-ee75-4500-b565-c7c2d3e542c3" providerId="ADAL" clId="{5BCEE6CD-4241-406F-8E18-268678EB6241}" dt="2021-10-10T18:32:15.893" v="150"/>
        <pc:sldMkLst>
          <pc:docMk/>
          <pc:sldMk cId="1499588788" sldId="259"/>
        </pc:sldMkLst>
        <pc:spChg chg="mod">
          <ac:chgData name="Runar Storeide" userId="0af9c049-ee75-4500-b565-c7c2d3e542c3" providerId="ADAL" clId="{5BCEE6CD-4241-406F-8E18-268678EB6241}" dt="2021-10-10T18:31:31.071" v="149" actId="20577"/>
          <ac:spMkLst>
            <pc:docMk/>
            <pc:sldMk cId="1499588788" sldId="259"/>
            <ac:spMk id="2" creationId="{3D4BE144-1FF0-4A32-BEBE-FDE704031AC4}"/>
          </ac:spMkLst>
        </pc:spChg>
        <pc:graphicFrameChg chg="modGraphic">
          <ac:chgData name="Runar Storeide" userId="0af9c049-ee75-4500-b565-c7c2d3e542c3" providerId="ADAL" clId="{5BCEE6CD-4241-406F-8E18-268678EB6241}" dt="2021-10-10T18:30:43.904" v="145" actId="113"/>
          <ac:graphicFrameMkLst>
            <pc:docMk/>
            <pc:sldMk cId="1499588788" sldId="259"/>
            <ac:graphicFrameMk id="5" creationId="{86DF557D-FF6A-4DEF-A103-90A2CFF9616B}"/>
          </ac:graphicFrameMkLst>
        </pc:graphicFrameChg>
      </pc:sldChg>
      <pc:sldChg chg="modTransition">
        <pc:chgData name="Runar Storeide" userId="0af9c049-ee75-4500-b565-c7c2d3e542c3" providerId="ADAL" clId="{5BCEE6CD-4241-406F-8E18-268678EB6241}" dt="2021-10-10T18:32:15.893" v="150"/>
        <pc:sldMkLst>
          <pc:docMk/>
          <pc:sldMk cId="3651552703" sldId="260"/>
        </pc:sldMkLst>
      </pc:sldChg>
      <pc:sldChg chg="modTransition modAnim">
        <pc:chgData name="Runar Storeide" userId="0af9c049-ee75-4500-b565-c7c2d3e542c3" providerId="ADAL" clId="{5BCEE6CD-4241-406F-8E18-268678EB6241}" dt="2021-10-10T18:33:27.609" v="159"/>
        <pc:sldMkLst>
          <pc:docMk/>
          <pc:sldMk cId="3612880420" sldId="261"/>
        </pc:sldMkLst>
      </pc:sldChg>
      <pc:sldChg chg="addSp modSp mod modTransition modAnim">
        <pc:chgData name="Runar Storeide" userId="0af9c049-ee75-4500-b565-c7c2d3e542c3" providerId="ADAL" clId="{5BCEE6CD-4241-406F-8E18-268678EB6241}" dt="2021-10-10T18:37:50.824" v="373"/>
        <pc:sldMkLst>
          <pc:docMk/>
          <pc:sldMk cId="1723437227" sldId="262"/>
        </pc:sldMkLst>
        <pc:spChg chg="mod">
          <ac:chgData name="Runar Storeide" userId="0af9c049-ee75-4500-b565-c7c2d3e542c3" providerId="ADAL" clId="{5BCEE6CD-4241-406F-8E18-268678EB6241}" dt="2021-10-10T18:34:54.313" v="171" actId="20577"/>
          <ac:spMkLst>
            <pc:docMk/>
            <pc:sldMk cId="1723437227" sldId="262"/>
            <ac:spMk id="2" creationId="{3AA80A1B-2ADC-422F-ADE3-6DA25BC5D157}"/>
          </ac:spMkLst>
        </pc:spChg>
        <pc:spChg chg="mod">
          <ac:chgData name="Runar Storeide" userId="0af9c049-ee75-4500-b565-c7c2d3e542c3" providerId="ADAL" clId="{5BCEE6CD-4241-406F-8E18-268678EB6241}" dt="2021-10-10T18:33:36.939" v="160" actId="113"/>
          <ac:spMkLst>
            <pc:docMk/>
            <pc:sldMk cId="1723437227" sldId="262"/>
            <ac:spMk id="3" creationId="{97D51B7C-6A09-4B5A-9A42-F0159316E8A3}"/>
          </ac:spMkLst>
        </pc:spChg>
        <pc:spChg chg="add mod">
          <ac:chgData name="Runar Storeide" userId="0af9c049-ee75-4500-b565-c7c2d3e542c3" providerId="ADAL" clId="{5BCEE6CD-4241-406F-8E18-268678EB6241}" dt="2021-10-10T18:37:33.782" v="372" actId="14100"/>
          <ac:spMkLst>
            <pc:docMk/>
            <pc:sldMk cId="1723437227" sldId="262"/>
            <ac:spMk id="6" creationId="{CFED3C2F-F8AC-4EA0-96F1-4C28DF84980C}"/>
          </ac:spMkLst>
        </pc:spChg>
        <pc:spChg chg="add mod">
          <ac:chgData name="Runar Storeide" userId="0af9c049-ee75-4500-b565-c7c2d3e542c3" providerId="ADAL" clId="{5BCEE6CD-4241-406F-8E18-268678EB6241}" dt="2021-10-10T18:37:21.594" v="370" actId="20577"/>
          <ac:spMkLst>
            <pc:docMk/>
            <pc:sldMk cId="1723437227" sldId="262"/>
            <ac:spMk id="7" creationId="{95FB279D-DAC3-4BD9-9666-329247795C6D}"/>
          </ac:spMkLst>
        </pc:spChg>
      </pc:sldChg>
      <pc:sldChg chg="modTransition">
        <pc:chgData name="Runar Storeide" userId="0af9c049-ee75-4500-b565-c7c2d3e542c3" providerId="ADAL" clId="{5BCEE6CD-4241-406F-8E18-268678EB6241}" dt="2021-10-10T18:32:15.893" v="150"/>
        <pc:sldMkLst>
          <pc:docMk/>
          <pc:sldMk cId="108315382" sldId="263"/>
        </pc:sldMkLst>
      </pc:sldChg>
      <pc:sldChg chg="modTransition">
        <pc:chgData name="Runar Storeide" userId="0af9c049-ee75-4500-b565-c7c2d3e542c3" providerId="ADAL" clId="{5BCEE6CD-4241-406F-8E18-268678EB6241}" dt="2021-10-10T18:32:15.893" v="150"/>
        <pc:sldMkLst>
          <pc:docMk/>
          <pc:sldMk cId="542590281" sldId="264"/>
        </pc:sldMkLst>
      </pc:sldChg>
      <pc:sldChg chg="addSp delSp modSp new mod">
        <pc:chgData name="Runar Storeide" userId="0af9c049-ee75-4500-b565-c7c2d3e542c3" providerId="ADAL" clId="{5BCEE6CD-4241-406F-8E18-268678EB6241}" dt="2021-10-11T06:15:27.896" v="448" actId="255"/>
        <pc:sldMkLst>
          <pc:docMk/>
          <pc:sldMk cId="176021954" sldId="265"/>
        </pc:sldMkLst>
        <pc:spChg chg="del">
          <ac:chgData name="Runar Storeide" userId="0af9c049-ee75-4500-b565-c7c2d3e542c3" providerId="ADAL" clId="{5BCEE6CD-4241-406F-8E18-268678EB6241}" dt="2021-10-11T06:13:51.573" v="376" actId="478"/>
          <ac:spMkLst>
            <pc:docMk/>
            <pc:sldMk cId="176021954" sldId="265"/>
            <ac:spMk id="2" creationId="{A3314878-A395-462F-A8A2-6CE5FFF235B6}"/>
          </ac:spMkLst>
        </pc:spChg>
        <pc:spChg chg="add mod">
          <ac:chgData name="Runar Storeide" userId="0af9c049-ee75-4500-b565-c7c2d3e542c3" providerId="ADAL" clId="{5BCEE6CD-4241-406F-8E18-268678EB6241}" dt="2021-10-11T06:15:27.896" v="448" actId="255"/>
          <ac:spMkLst>
            <pc:docMk/>
            <pc:sldMk cId="176021954" sldId="265"/>
            <ac:spMk id="7" creationId="{EE7B3B0D-3EB7-4500-9828-D3C451FE6BF2}"/>
          </ac:spMkLst>
        </pc:spChg>
        <pc:picChg chg="add mod">
          <ac:chgData name="Runar Storeide" userId="0af9c049-ee75-4500-b565-c7c2d3e542c3" providerId="ADAL" clId="{5BCEE6CD-4241-406F-8E18-268678EB6241}" dt="2021-10-11T06:14:25.597" v="377" actId="931"/>
          <ac:picMkLst>
            <pc:docMk/>
            <pc:sldMk cId="176021954" sldId="265"/>
            <ac:picMk id="6" creationId="{93D9CD3A-5734-434A-BA3C-F3CA9169B129}"/>
          </ac:picMkLst>
        </pc:picChg>
      </pc:sldChg>
    </pc:docChg>
  </pc:docChgLst>
  <pc:docChgLst>
    <pc:chgData name="Oliver Mio Leander Bing-Hansen" userId="fedf713d-a281-4155-a5b5-e6d224ed473a" providerId="ADAL" clId="{50FCE378-BD6B-4322-81E1-89EC72AF9BC4}"/>
    <pc:docChg chg="modSld">
      <pc:chgData name="Oliver Mio Leander Bing-Hansen" userId="fedf713d-a281-4155-a5b5-e6d224ed473a" providerId="ADAL" clId="{50FCE378-BD6B-4322-81E1-89EC72AF9BC4}" dt="2021-10-11T08:37:24.865" v="1" actId="1076"/>
      <pc:docMkLst>
        <pc:docMk/>
      </pc:docMkLst>
      <pc:sldChg chg="modSp mod modAnim">
        <pc:chgData name="Oliver Mio Leander Bing-Hansen" userId="fedf713d-a281-4155-a5b5-e6d224ed473a" providerId="ADAL" clId="{50FCE378-BD6B-4322-81E1-89EC72AF9BC4}" dt="2021-10-11T08:37:24.865" v="1" actId="1076"/>
        <pc:sldMkLst>
          <pc:docMk/>
          <pc:sldMk cId="108315382" sldId="263"/>
        </pc:sldMkLst>
        <pc:spChg chg="mod">
          <ac:chgData name="Oliver Mio Leander Bing-Hansen" userId="fedf713d-a281-4155-a5b5-e6d224ed473a" providerId="ADAL" clId="{50FCE378-BD6B-4322-81E1-89EC72AF9BC4}" dt="2021-10-11T08:37:24.865" v="1" actId="1076"/>
          <ac:spMkLst>
            <pc:docMk/>
            <pc:sldMk cId="108315382" sldId="263"/>
            <ac:spMk id="16" creationId="{66814F5E-1D51-41AB-89E8-45DE0A1A9AB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076B7C-30F9-3B43-ACB9-9DF9861192B7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59EB69-942C-F64C-A1E9-2817C2CDF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162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F7374B-8BF0-634F-B891-F0BCE10EE7C9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Click to edit Master text styles</a:t>
            </a:r>
          </a:p>
          <a:p>
            <a:pPr lvl="1"/>
            <a:r>
              <a:rPr lang="nb-NO"/>
              <a:t>Second level</a:t>
            </a:r>
          </a:p>
          <a:p>
            <a:pPr lvl="2"/>
            <a:r>
              <a:rPr lang="nb-NO"/>
              <a:t>Third level</a:t>
            </a:r>
          </a:p>
          <a:p>
            <a:pPr lvl="3"/>
            <a:r>
              <a:rPr lang="nb-NO"/>
              <a:t>Fourth level</a:t>
            </a:r>
          </a:p>
          <a:p>
            <a:pPr lvl="4"/>
            <a:r>
              <a:rPr lang="nb-NO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C4541-FC77-1045-B0B1-C836B1F88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95808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1C4541-FC77-1045-B0B1-C836B1F881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077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C4541-FC77-1045-B0B1-C836B1F881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105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e 4" descr="Et bilde som inneholder innendørs, flere&#10;&#10;Automatisk generert beskrivelse">
            <a:extLst>
              <a:ext uri="{FF2B5EF4-FFF2-40B4-BE49-F238E27FC236}">
                <a16:creationId xmlns:a16="http://schemas.microsoft.com/office/drawing/2014/main" id="{181BC884-1D59-4D62-B141-31DBA20BFA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nb-NO" dirty="0"/>
              <a:t>Klikk for å redigere tittelstil</a:t>
            </a: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53233A4-E591-4452-954C-E63ECD71C48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48720" y="2948035"/>
            <a:ext cx="1294560" cy="121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44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88000" indent="-288000">
              <a:spcBef>
                <a:spcPts val="1800"/>
              </a:spcBef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1pPr>
            <a:lvl2pPr>
              <a:spcBef>
                <a:spcPts val="600"/>
              </a:spcBef>
              <a:spcAft>
                <a:spcPts val="400"/>
              </a:spcAft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1IM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4457C-1C78-144B-90F2-7FDBAED47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295731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800"/>
              </a:spcBef>
              <a:defRPr/>
            </a:lvl1pPr>
            <a:lvl2pPr>
              <a:spcBef>
                <a:spcPts val="400"/>
              </a:spcBef>
              <a:spcAft>
                <a:spcPts val="400"/>
              </a:spcAft>
              <a:defRPr/>
            </a:lvl2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1IM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4457C-1C78-144B-90F2-7FDBAED47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991296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6122" y="1681163"/>
            <a:ext cx="4419664" cy="420846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0171" y="1681163"/>
            <a:ext cx="4400113" cy="420846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1IM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44457C-1C78-144B-90F2-7FDBAED4720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409636"/>
      </p:ext>
    </p:extLst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1IM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4457C-1C78-144B-90F2-7FDBAED47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669218"/>
      </p:ext>
    </p:extLst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1IM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4457C-1C78-144B-90F2-7FDBAED47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950052"/>
      </p:ext>
    </p:extLst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1IM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4457C-1C78-144B-90F2-7FDBAED4720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0" y="747423"/>
            <a:ext cx="7215188" cy="5142202"/>
          </a:xfrm>
        </p:spPr>
        <p:txBody>
          <a:bodyPr anchor="ctr"/>
          <a:lstStyle>
            <a:lvl1pPr marL="0" indent="0" algn="ctr">
              <a:buFont typeface="Arial" charset="0"/>
              <a:buNone/>
              <a:defRPr/>
            </a:lvl1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7215188" y="747423"/>
            <a:ext cx="4976812" cy="2681577"/>
          </a:xfrm>
        </p:spPr>
        <p:txBody>
          <a:bodyPr anchor="ctr"/>
          <a:lstStyle>
            <a:lvl1pPr marL="0" indent="0" algn="ctr">
              <a:buFont typeface="Arial" charset="0"/>
              <a:buNone/>
              <a:defRPr/>
            </a:lvl1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215188" y="3429000"/>
            <a:ext cx="4976812" cy="2460625"/>
          </a:xfrm>
        </p:spPr>
        <p:txBody>
          <a:bodyPr anchor="ctr"/>
          <a:lstStyle>
            <a:lvl1pPr marL="0" indent="0" algn="ctr">
              <a:buFont typeface="Arial" charset="0"/>
              <a:buNone/>
              <a:defRPr/>
            </a:lvl1pPr>
          </a:lstStyle>
          <a:p>
            <a:r>
              <a:rPr lang="nb-NO"/>
              <a:t>Klikk på ikonet for å legge til et bilde</a:t>
            </a:r>
          </a:p>
        </p:txBody>
      </p:sp>
    </p:spTree>
    <p:extLst>
      <p:ext uri="{BB962C8B-B14F-4D97-AF65-F5344CB8AC3E}">
        <p14:creationId xmlns:p14="http://schemas.microsoft.com/office/powerpoint/2010/main" val="1387100948"/>
      </p:ext>
    </p:extLst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llustration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6400" y="549275"/>
            <a:ext cx="4353110" cy="5340351"/>
          </a:xfrm>
        </p:spPr>
        <p:txBody>
          <a:bodyPr tIns="180000"/>
          <a:lstStyle>
            <a:lvl1pPr marL="0" indent="0">
              <a:lnSpc>
                <a:spcPct val="100000"/>
              </a:lnSpc>
              <a:buFont typeface="Arial" charset="0"/>
              <a:buNone/>
              <a:defRPr sz="2400" u="sng" cap="all" spc="100" baseline="0">
                <a:solidFill>
                  <a:schemeClr val="tx1"/>
                </a:solidFill>
              </a:defRPr>
            </a:lvl1pPr>
            <a:lvl2pPr marL="0" indent="0">
              <a:spcBef>
                <a:spcPts val="1600"/>
              </a:spcBef>
              <a:buNone/>
              <a:defRPr sz="20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1IM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4457C-1C78-144B-90F2-7FDBAED4720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5952882" y="550863"/>
            <a:ext cx="5478463" cy="53387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2483557"/>
      </p:ext>
    </p:extLst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blee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7999"/>
          </a:xfrm>
        </p:spPr>
        <p:txBody>
          <a:bodyPr anchor="ctr"/>
          <a:lstStyle>
            <a:lvl1pPr marL="0" indent="0" algn="ctr">
              <a:buFont typeface="Arial" charset="0"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1IM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4457C-1C78-144B-90F2-7FDBAED4720C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A picture containing logo&#10;&#10;Description automatically generated">
            <a:extLst>
              <a:ext uri="{FF2B5EF4-FFF2-40B4-BE49-F238E27FC236}">
                <a16:creationId xmlns:a16="http://schemas.microsoft.com/office/drawing/2014/main" id="{C805779B-4324-4659-BEE4-6CEB549CE2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25958" y="124252"/>
            <a:ext cx="563996" cy="53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53505"/>
      </p:ext>
    </p:extLst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3" name="Title 2"/>
          <p:cNvSpPr>
            <a:spLocks noGrp="1"/>
          </p:cNvSpPr>
          <p:nvPr userDrawn="1">
            <p:ph type="title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b-NO"/>
              <a:t>Klikk for å redigere tittelstil</a:t>
            </a:r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7BECCF47-6176-423C-8C16-751154920C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37620" y="2277170"/>
            <a:ext cx="3622664" cy="339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530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6122" y="550863"/>
            <a:ext cx="9134162" cy="1128238"/>
          </a:xfrm>
          <a:prstGeom prst="rect">
            <a:avLst/>
          </a:prstGeom>
        </p:spPr>
        <p:txBody>
          <a:bodyPr vert="horz" lIns="0" tIns="180000" rIns="0" bIns="0" rtlCol="0" anchor="t" anchorCtr="0">
            <a:noAutofit/>
          </a:bodyPr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6122" y="1679102"/>
            <a:ext cx="9134162" cy="421052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2" y="5889625"/>
            <a:ext cx="7123289" cy="9683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Century Gothic"/>
                <a:cs typeface="Century Gothic"/>
              </a:defRPr>
            </a:lvl1pPr>
          </a:lstStyle>
          <a:p>
            <a:r>
              <a:rPr lang="en-US"/>
              <a:t>1IM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8891" y="5889625"/>
            <a:ext cx="474135" cy="9683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Century Gothic"/>
                <a:cs typeface="Century Gothic"/>
              </a:defRPr>
            </a:lvl1pPr>
          </a:lstStyle>
          <a:p>
            <a:fld id="{9E44457C-1C78-144B-90F2-7FDBAED4720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picture containing shape&#10;&#10;Description automatically generated">
            <a:extLst>
              <a:ext uri="{FF2B5EF4-FFF2-40B4-BE49-F238E27FC236}">
                <a16:creationId xmlns:a16="http://schemas.microsoft.com/office/drawing/2014/main" id="{D6511893-5B5B-494E-82AB-3EF28621F1FC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1525958" y="124252"/>
            <a:ext cx="563996" cy="53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354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71" r:id="rId2"/>
    <p:sldLayoutId id="2147483650" r:id="rId3"/>
    <p:sldLayoutId id="2147483652" r:id="rId4"/>
    <p:sldLayoutId id="2147483654" r:id="rId5"/>
    <p:sldLayoutId id="2147483676" r:id="rId6"/>
    <p:sldLayoutId id="2147483655" r:id="rId7"/>
    <p:sldLayoutId id="2147483670" r:id="rId8"/>
    <p:sldLayoutId id="2147483673" r:id="rId9"/>
    <p:sldLayoutId id="2147483677" r:id="rId10"/>
  </p:sldLayoutIdLst>
  <p:transition spd="slow">
    <p:push/>
  </p:transition>
  <p:hf hdr="0" dt="0"/>
  <p:txStyles>
    <p:titleStyle>
      <a:lvl1pPr algn="l" defTabSz="457200" rtl="0" eaLnBrk="1" latinLnBrk="0" hangingPunct="1">
        <a:spcBef>
          <a:spcPct val="0"/>
        </a:spcBef>
        <a:buNone/>
        <a:defRPr sz="2400" u="sng" kern="1200" cap="all" spc="100" baseline="0">
          <a:solidFill>
            <a:schemeClr val="tx1"/>
          </a:solidFill>
          <a:latin typeface="Century Gothic"/>
          <a:ea typeface="+mj-ea"/>
          <a:cs typeface="Century Gothic"/>
        </a:defRPr>
      </a:lvl1pPr>
    </p:titleStyle>
    <p:bodyStyle>
      <a:lvl1pPr marL="288000" indent="-288000" algn="l" defTabSz="457200" rtl="0" eaLnBrk="1" latinLnBrk="0" hangingPunct="1">
        <a:lnSpc>
          <a:spcPct val="110000"/>
        </a:lnSpc>
        <a:spcBef>
          <a:spcPts val="1800"/>
        </a:spcBef>
        <a:buSzPct val="100000"/>
        <a:buFontTx/>
        <a:buBlip>
          <a:blip r:embed="rId13"/>
        </a:buBlip>
        <a:defRPr sz="2000" kern="12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68000" indent="-180000" algn="l" defTabSz="457200" rtl="0" eaLnBrk="1" latinLnBrk="0" hangingPunct="1">
        <a:spcBef>
          <a:spcPts val="400"/>
        </a:spcBef>
        <a:spcAft>
          <a:spcPts val="400"/>
        </a:spcAft>
        <a:buSzPct val="100000"/>
        <a:buFont typeface="Arial" charset="0"/>
        <a:buChar char="•"/>
        <a:tabLst/>
        <a:defRPr sz="1800" kern="12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648000" indent="-180000" algn="l" defTabSz="457200" rtl="0" eaLnBrk="1" latinLnBrk="0" hangingPunct="1">
        <a:spcBef>
          <a:spcPts val="400"/>
        </a:spcBef>
        <a:buFont typeface="Lucida Grande"/>
        <a:buChar char="-"/>
        <a:defRPr sz="1800" kern="12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828000" indent="-180000" algn="l" defTabSz="457200" rtl="0" eaLnBrk="1" latinLnBrk="0" hangingPunct="1">
        <a:spcBef>
          <a:spcPts val="400"/>
        </a:spcBef>
        <a:buFont typeface="Lucida Grande"/>
        <a:buChar char="-"/>
        <a:defRPr sz="1600" kern="12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008000" indent="-180000" algn="l" defTabSz="457200" rtl="0" eaLnBrk="1" latinLnBrk="0" hangingPunct="1">
        <a:spcBef>
          <a:spcPts val="400"/>
        </a:spcBef>
        <a:buFont typeface="Arial"/>
        <a:buChar char="»"/>
        <a:defRPr sz="1600" kern="12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5" orient="horz" pos="2160" userDrawn="1">
          <p15:clr>
            <a:srgbClr val="F26B43"/>
          </p15:clr>
        </p15:guide>
        <p15:guide id="8" orient="horz" pos="3710" userDrawn="1">
          <p15:clr>
            <a:srgbClr val="F26B43"/>
          </p15:clr>
        </p15:guide>
        <p15:guide id="11" orient="horz" pos="346" userDrawn="1">
          <p15:clr>
            <a:srgbClr val="F26B43"/>
          </p15:clr>
        </p15:guide>
        <p15:guide id="13" pos="7291" userDrawn="1">
          <p15:clr>
            <a:srgbClr val="F26B43"/>
          </p15:clr>
        </p15:guide>
        <p15:guide id="16" pos="23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verdensdagen.no/tema-2021-livet-under-og-etter-en-pandemi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C30CE08-9898-47E1-8836-A973BF09D56B}"/>
              </a:ext>
            </a:extLst>
          </p:cNvPr>
          <p:cNvCxnSpPr>
            <a:cxnSpLocks/>
          </p:cNvCxnSpPr>
          <p:nvPr/>
        </p:nvCxnSpPr>
        <p:spPr>
          <a:xfrm flipH="1" flipV="1">
            <a:off x="7086601" y="3833381"/>
            <a:ext cx="5611632" cy="1175444"/>
          </a:xfrm>
          <a:prstGeom prst="line">
            <a:avLst/>
          </a:prstGeom>
          <a:ln w="22225">
            <a:solidFill>
              <a:schemeClr val="bg1"/>
            </a:solidFill>
            <a:prstDash val="dashDot"/>
            <a:headEnd type="oval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10E843-E108-4E40-A5BA-0F079FABD0E9}"/>
              </a:ext>
            </a:extLst>
          </p:cNvPr>
          <p:cNvCxnSpPr>
            <a:cxnSpLocks/>
          </p:cNvCxnSpPr>
          <p:nvPr/>
        </p:nvCxnSpPr>
        <p:spPr>
          <a:xfrm flipH="1">
            <a:off x="8724900" y="1409700"/>
            <a:ext cx="3595439" cy="1206250"/>
          </a:xfrm>
          <a:prstGeom prst="line">
            <a:avLst/>
          </a:prstGeom>
          <a:ln w="22225">
            <a:solidFill>
              <a:schemeClr val="bg1"/>
            </a:solidFill>
            <a:prstDash val="dashDot"/>
            <a:headEnd type="oval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601DA3-BD0A-49EB-87CA-85833E5A3974}"/>
              </a:ext>
            </a:extLst>
          </p:cNvPr>
          <p:cNvCxnSpPr>
            <a:cxnSpLocks/>
          </p:cNvCxnSpPr>
          <p:nvPr/>
        </p:nvCxnSpPr>
        <p:spPr>
          <a:xfrm flipH="1">
            <a:off x="6693566" y="-283661"/>
            <a:ext cx="3458280" cy="3106374"/>
          </a:xfrm>
          <a:prstGeom prst="line">
            <a:avLst/>
          </a:prstGeom>
          <a:ln w="22225">
            <a:solidFill>
              <a:schemeClr val="bg1"/>
            </a:solidFill>
            <a:prstDash val="dashDot"/>
            <a:headEnd type="oval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2C4BEFC-E76F-4901-909A-24BA39F51C92}"/>
              </a:ext>
            </a:extLst>
          </p:cNvPr>
          <p:cNvCxnSpPr>
            <a:cxnSpLocks/>
          </p:cNvCxnSpPr>
          <p:nvPr/>
        </p:nvCxnSpPr>
        <p:spPr>
          <a:xfrm>
            <a:off x="-123825" y="619125"/>
            <a:ext cx="5086350" cy="2495550"/>
          </a:xfrm>
          <a:prstGeom prst="line">
            <a:avLst/>
          </a:prstGeom>
          <a:ln w="22225">
            <a:solidFill>
              <a:schemeClr val="bg1"/>
            </a:solidFill>
            <a:prstDash val="dashDot"/>
            <a:headEnd type="oval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1C86791-09FA-41D6-BB01-86105F47DDA5}"/>
              </a:ext>
            </a:extLst>
          </p:cNvPr>
          <p:cNvCxnSpPr>
            <a:cxnSpLocks/>
          </p:cNvCxnSpPr>
          <p:nvPr/>
        </p:nvCxnSpPr>
        <p:spPr>
          <a:xfrm flipV="1">
            <a:off x="-276726" y="3833380"/>
            <a:ext cx="5510463" cy="996600"/>
          </a:xfrm>
          <a:prstGeom prst="line">
            <a:avLst/>
          </a:prstGeom>
          <a:ln w="22225">
            <a:solidFill>
              <a:schemeClr val="bg1"/>
            </a:solidFill>
            <a:prstDash val="dashDot"/>
            <a:headEnd type="oval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801C490-744B-4D7E-8B91-5BF7683390EE}"/>
              </a:ext>
            </a:extLst>
          </p:cNvPr>
          <p:cNvCxnSpPr>
            <a:cxnSpLocks/>
          </p:cNvCxnSpPr>
          <p:nvPr/>
        </p:nvCxnSpPr>
        <p:spPr>
          <a:xfrm>
            <a:off x="1247775" y="-144379"/>
            <a:ext cx="2830930" cy="2310063"/>
          </a:xfrm>
          <a:prstGeom prst="line">
            <a:avLst/>
          </a:prstGeom>
          <a:ln w="22225">
            <a:solidFill>
              <a:schemeClr val="bg1"/>
            </a:solidFill>
            <a:prstDash val="dashDot"/>
            <a:headEnd type="oval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9E6DB3E-1EC9-4CA5-9606-4801C6BDE88D}"/>
              </a:ext>
            </a:extLst>
          </p:cNvPr>
          <p:cNvCxnSpPr>
            <a:cxnSpLocks/>
          </p:cNvCxnSpPr>
          <p:nvPr/>
        </p:nvCxnSpPr>
        <p:spPr>
          <a:xfrm flipV="1">
            <a:off x="7964905" y="3024621"/>
            <a:ext cx="4355434" cy="404379"/>
          </a:xfrm>
          <a:prstGeom prst="line">
            <a:avLst/>
          </a:prstGeom>
          <a:ln w="50800">
            <a:solidFill>
              <a:schemeClr val="bg1"/>
            </a:solidFill>
            <a:prstDash val="lgDash"/>
            <a:headEnd type="oval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075A715-25C4-47D3-BF3C-ADE523C0514D}"/>
              </a:ext>
            </a:extLst>
          </p:cNvPr>
          <p:cNvCxnSpPr>
            <a:cxnSpLocks/>
          </p:cNvCxnSpPr>
          <p:nvPr/>
        </p:nvCxnSpPr>
        <p:spPr>
          <a:xfrm flipV="1">
            <a:off x="7081085" y="336885"/>
            <a:ext cx="5110915" cy="2557629"/>
          </a:xfrm>
          <a:prstGeom prst="line">
            <a:avLst/>
          </a:prstGeom>
          <a:ln w="31750">
            <a:solidFill>
              <a:schemeClr val="bg1"/>
            </a:solidFill>
            <a:prstDash val="lgDash"/>
            <a:headEnd type="oval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6AE798D-2682-4120-B8A3-D2295A7EC081}"/>
              </a:ext>
            </a:extLst>
          </p:cNvPr>
          <p:cNvCxnSpPr>
            <a:cxnSpLocks/>
          </p:cNvCxnSpPr>
          <p:nvPr/>
        </p:nvCxnSpPr>
        <p:spPr>
          <a:xfrm flipH="1" flipV="1">
            <a:off x="-53402" y="2495550"/>
            <a:ext cx="3289898" cy="529071"/>
          </a:xfrm>
          <a:prstGeom prst="line">
            <a:avLst/>
          </a:prstGeom>
          <a:ln w="53975">
            <a:solidFill>
              <a:schemeClr val="bg1"/>
            </a:solidFill>
            <a:prstDash val="lgDash"/>
            <a:headEnd type="oval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423F438-8264-470A-8530-922CD345E2E5}"/>
              </a:ext>
            </a:extLst>
          </p:cNvPr>
          <p:cNvCxnSpPr>
            <a:cxnSpLocks/>
          </p:cNvCxnSpPr>
          <p:nvPr/>
        </p:nvCxnSpPr>
        <p:spPr>
          <a:xfrm flipH="1" flipV="1">
            <a:off x="3018995" y="-283660"/>
            <a:ext cx="2491259" cy="2899610"/>
          </a:xfrm>
          <a:prstGeom prst="line">
            <a:avLst/>
          </a:prstGeom>
          <a:ln w="79375">
            <a:solidFill>
              <a:schemeClr val="bg1"/>
            </a:solidFill>
            <a:prstDash val="lgDash"/>
            <a:headEnd type="oval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4DEB30C-6423-4EAA-900E-D0997D3AF7D5}"/>
              </a:ext>
            </a:extLst>
          </p:cNvPr>
          <p:cNvCxnSpPr>
            <a:cxnSpLocks/>
          </p:cNvCxnSpPr>
          <p:nvPr/>
        </p:nvCxnSpPr>
        <p:spPr>
          <a:xfrm flipV="1">
            <a:off x="6308893" y="-144378"/>
            <a:ext cx="623613" cy="2760328"/>
          </a:xfrm>
          <a:prstGeom prst="line">
            <a:avLst/>
          </a:prstGeom>
          <a:ln w="41275">
            <a:solidFill>
              <a:schemeClr val="bg1"/>
            </a:solidFill>
            <a:prstDash val="lgDash"/>
            <a:headEnd type="oval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35">
            <a:extLst>
              <a:ext uri="{FF2B5EF4-FFF2-40B4-BE49-F238E27FC236}">
                <a16:creationId xmlns:a16="http://schemas.microsoft.com/office/drawing/2014/main" id="{78F478D3-BAC3-41E1-B65B-29E6622ED058}"/>
              </a:ext>
            </a:extLst>
          </p:cNvPr>
          <p:cNvCxnSpPr>
            <a:cxnSpLocks/>
          </p:cNvCxnSpPr>
          <p:nvPr/>
        </p:nvCxnSpPr>
        <p:spPr>
          <a:xfrm flipH="1">
            <a:off x="1247776" y="4457700"/>
            <a:ext cx="3362324" cy="2400300"/>
          </a:xfrm>
          <a:prstGeom prst="line">
            <a:avLst/>
          </a:prstGeom>
          <a:ln w="79375">
            <a:solidFill>
              <a:schemeClr val="bg1"/>
            </a:solidFill>
            <a:prstDash val="lgDash"/>
            <a:headEnd type="oval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8">
            <a:extLst>
              <a:ext uri="{FF2B5EF4-FFF2-40B4-BE49-F238E27FC236}">
                <a16:creationId xmlns:a16="http://schemas.microsoft.com/office/drawing/2014/main" id="{9E426A92-8518-4A3A-A577-D35BB0B8003E}"/>
              </a:ext>
            </a:extLst>
          </p:cNvPr>
          <p:cNvCxnSpPr>
            <a:cxnSpLocks/>
          </p:cNvCxnSpPr>
          <p:nvPr/>
        </p:nvCxnSpPr>
        <p:spPr>
          <a:xfrm>
            <a:off x="7581902" y="5211015"/>
            <a:ext cx="2228848" cy="1732710"/>
          </a:xfrm>
          <a:prstGeom prst="line">
            <a:avLst/>
          </a:prstGeom>
          <a:ln w="50800">
            <a:solidFill>
              <a:schemeClr val="bg1"/>
            </a:solidFill>
            <a:prstDash val="lgDash"/>
            <a:headEnd type="oval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15">
            <a:extLst>
              <a:ext uri="{FF2B5EF4-FFF2-40B4-BE49-F238E27FC236}">
                <a16:creationId xmlns:a16="http://schemas.microsoft.com/office/drawing/2014/main" id="{1246D17B-2994-495B-89BE-235FC90A71E4}"/>
              </a:ext>
            </a:extLst>
          </p:cNvPr>
          <p:cNvCxnSpPr>
            <a:cxnSpLocks/>
          </p:cNvCxnSpPr>
          <p:nvPr/>
        </p:nvCxnSpPr>
        <p:spPr>
          <a:xfrm flipV="1">
            <a:off x="6004792" y="5657850"/>
            <a:ext cx="0" cy="1362076"/>
          </a:xfrm>
          <a:prstGeom prst="line">
            <a:avLst/>
          </a:prstGeom>
          <a:ln w="22225">
            <a:solidFill>
              <a:schemeClr val="bg1"/>
            </a:solidFill>
            <a:prstDash val="dashDot"/>
            <a:headEnd type="oval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9">
            <a:extLst>
              <a:ext uri="{FF2B5EF4-FFF2-40B4-BE49-F238E27FC236}">
                <a16:creationId xmlns:a16="http://schemas.microsoft.com/office/drawing/2014/main" id="{084C7BD8-1821-4437-947A-67948DEF16F0}"/>
              </a:ext>
            </a:extLst>
          </p:cNvPr>
          <p:cNvCxnSpPr>
            <a:cxnSpLocks/>
          </p:cNvCxnSpPr>
          <p:nvPr/>
        </p:nvCxnSpPr>
        <p:spPr>
          <a:xfrm>
            <a:off x="8582025" y="4914900"/>
            <a:ext cx="3866653" cy="1606215"/>
          </a:xfrm>
          <a:prstGeom prst="line">
            <a:avLst/>
          </a:prstGeom>
          <a:ln w="41275">
            <a:solidFill>
              <a:schemeClr val="bg1"/>
            </a:solidFill>
            <a:prstDash val="lgDash"/>
            <a:headEnd type="oval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ktangel 34">
            <a:extLst>
              <a:ext uri="{FF2B5EF4-FFF2-40B4-BE49-F238E27FC236}">
                <a16:creationId xmlns:a16="http://schemas.microsoft.com/office/drawing/2014/main" id="{BE03E36D-DAE4-4141-A618-2818DB96646B}"/>
              </a:ext>
            </a:extLst>
          </p:cNvPr>
          <p:cNvSpPr/>
          <p:nvPr/>
        </p:nvSpPr>
        <p:spPr>
          <a:xfrm>
            <a:off x="0" y="-10030"/>
            <a:ext cx="12192000" cy="800605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1547" y="268534"/>
            <a:ext cx="9134162" cy="1128238"/>
          </a:xfrm>
        </p:spPr>
        <p:txBody>
          <a:bodyPr/>
          <a:lstStyle/>
          <a:p>
            <a:pPr algn="ctr"/>
            <a:r>
              <a:rPr lang="nb-NO" b="1" dirty="0">
                <a:solidFill>
                  <a:schemeClr val="bg1"/>
                </a:solidFill>
              </a:rPr>
              <a:t>INFORMASJONSTEKNOLOGI OG MEDIEPRODUKSJON</a:t>
            </a:r>
          </a:p>
        </p:txBody>
      </p:sp>
      <p:sp>
        <p:nvSpPr>
          <p:cNvPr id="21" name="Rektangel 20">
            <a:extLst>
              <a:ext uri="{FF2B5EF4-FFF2-40B4-BE49-F238E27FC236}">
                <a16:creationId xmlns:a16="http://schemas.microsoft.com/office/drawing/2014/main" id="{323C47C1-480D-4F74-8A95-8660BE8A77B3}"/>
              </a:ext>
            </a:extLst>
          </p:cNvPr>
          <p:cNvSpPr/>
          <p:nvPr/>
        </p:nvSpPr>
        <p:spPr>
          <a:xfrm>
            <a:off x="0" y="858926"/>
            <a:ext cx="12192000" cy="121401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AE03CE3D-89A4-4122-84C1-03927601E3CF}"/>
              </a:ext>
            </a:extLst>
          </p:cNvPr>
          <p:cNvSpPr txBox="1"/>
          <p:nvPr/>
        </p:nvSpPr>
        <p:spPr>
          <a:xfrm>
            <a:off x="1316637" y="802102"/>
            <a:ext cx="9627588" cy="1239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nb-NO" sz="8000" b="1" dirty="0">
                <a:solidFill>
                  <a:srgbClr val="C54000"/>
                </a:solidFill>
              </a:rPr>
              <a:t>TERMINOPPGAVE</a:t>
            </a:r>
            <a:endParaRPr lang="en-US" sz="8000" b="1" dirty="0">
              <a:solidFill>
                <a:srgbClr val="C54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148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ABC20F2D-D521-4C6D-8DED-C177A56D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6122" y="479766"/>
            <a:ext cx="9134162" cy="1128238"/>
          </a:xfrm>
        </p:spPr>
        <p:txBody>
          <a:bodyPr/>
          <a:lstStyle/>
          <a:p>
            <a:pPr algn="ctr"/>
            <a:r>
              <a:rPr lang="nb-NO" b="1">
                <a:solidFill>
                  <a:schemeClr val="bg1"/>
                </a:solidFill>
              </a:rPr>
              <a:t>OVERSIKT  FØRSTE TERMIN</a:t>
            </a: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8CE66395-E0F7-4DD6-BB2E-D91F6E84C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1IM</a:t>
            </a:r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AB8B74B2-4D38-4E37-85D0-D002F30A1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4457C-1C78-144B-90F2-7FDBAED4720C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88DD8093-7DDC-414D-8DDB-0DE66C28ABB3}"/>
              </a:ext>
            </a:extLst>
          </p:cNvPr>
          <p:cNvGraphicFramePr>
            <a:graphicFrameLocks noGrp="1"/>
          </p:cNvGraphicFramePr>
          <p:nvPr/>
        </p:nvGraphicFramePr>
        <p:xfrm>
          <a:off x="262759" y="1427723"/>
          <a:ext cx="5728968" cy="5184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060">
                  <a:extLst>
                    <a:ext uri="{9D8B030D-6E8A-4147-A177-3AD203B41FA5}">
                      <a16:colId xmlns:a16="http://schemas.microsoft.com/office/drawing/2014/main" val="821458551"/>
                    </a:ext>
                  </a:extLst>
                </a:gridCol>
                <a:gridCol w="4466908">
                  <a:extLst>
                    <a:ext uri="{9D8B030D-6E8A-4147-A177-3AD203B41FA5}">
                      <a16:colId xmlns:a16="http://schemas.microsoft.com/office/drawing/2014/main" val="2460119293"/>
                    </a:ext>
                  </a:extLst>
                </a:gridCol>
              </a:tblGrid>
              <a:tr h="471328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UKE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b="1" noProof="0">
                          <a:solidFill>
                            <a:schemeClr val="tx1"/>
                          </a:solidFill>
                          <a:effectLst/>
                        </a:rPr>
                        <a:t>TEMA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815943"/>
                  </a:ext>
                </a:extLst>
              </a:tr>
              <a:tr h="47132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UKE 33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b="1" noProof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Intro med tur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246508"/>
                  </a:ext>
                </a:extLst>
              </a:tr>
              <a:tr h="47132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UKE 34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b="1" noProof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Systemforståelse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955055"/>
                  </a:ext>
                </a:extLst>
              </a:tr>
              <a:tr h="47132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UKE 35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b="1" noProof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Multimedia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262511"/>
                  </a:ext>
                </a:extLst>
              </a:tr>
              <a:tr h="47132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UKE 36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b="1" noProof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Multimedia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9149416"/>
                  </a:ext>
                </a:extLst>
              </a:tr>
              <a:tr h="47132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UKE 37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1800" b="1" kern="1200" noProof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HTML og CSS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867597"/>
                  </a:ext>
                </a:extLst>
              </a:tr>
              <a:tr h="47132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UKE 38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b="1" noProof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HTML og CSS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731497"/>
                  </a:ext>
                </a:extLst>
              </a:tr>
              <a:tr h="47132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UKE 39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nb-NO" b="1" noProof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Oppdrag 1 - Hjemmeside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348769"/>
                  </a:ext>
                </a:extLst>
              </a:tr>
              <a:tr h="47132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UKE 40</a:t>
                      </a:r>
                    </a:p>
                  </a:txBody>
                  <a:tcPr anchor="ctr"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b="1" i="1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HØSTFERIE</a:t>
                      </a:r>
                    </a:p>
                  </a:txBody>
                  <a:tcPr anchor="ctr">
                    <a:solidFill>
                      <a:srgbClr val="AEAB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923745"/>
                  </a:ext>
                </a:extLst>
              </a:tr>
              <a:tr h="47132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UKE 41</a:t>
                      </a:r>
                    </a:p>
                  </a:txBody>
                  <a:tcPr anchor="ctr">
                    <a:solidFill>
                      <a:srgbClr val="F36B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b="1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Terminoppgave</a:t>
                      </a:r>
                    </a:p>
                  </a:txBody>
                  <a:tcPr anchor="ctr">
                    <a:solidFill>
                      <a:srgbClr val="F36B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812142"/>
                  </a:ext>
                </a:extLst>
              </a:tr>
              <a:tr h="47132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UKE 42</a:t>
                      </a:r>
                    </a:p>
                  </a:txBody>
                  <a:tcPr anchor="ctr">
                    <a:solidFill>
                      <a:srgbClr val="F36B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b="1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Terminoppgave</a:t>
                      </a:r>
                    </a:p>
                  </a:txBody>
                  <a:tcPr anchor="ctr">
                    <a:solidFill>
                      <a:srgbClr val="F36B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878490"/>
                  </a:ext>
                </a:extLst>
              </a:tr>
            </a:tbl>
          </a:graphicData>
        </a:graphic>
      </p:graphicFrame>
      <p:pic>
        <p:nvPicPr>
          <p:cNvPr id="9" name="Picture 10" descr="Icon&#10;&#10;Description automatically generated">
            <a:extLst>
              <a:ext uri="{FF2B5EF4-FFF2-40B4-BE49-F238E27FC236}">
                <a16:creationId xmlns:a16="http://schemas.microsoft.com/office/drawing/2014/main" id="{95397060-3E02-4BAC-BB03-AC4F13EA6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459" y="1908634"/>
            <a:ext cx="382967" cy="382967"/>
          </a:xfrm>
          <a:prstGeom prst="rect">
            <a:avLst/>
          </a:prstGeom>
        </p:spPr>
      </p:pic>
      <p:pic>
        <p:nvPicPr>
          <p:cNvPr id="12" name="Picture 14" descr="Icon&#10;&#10;Description automatically generated">
            <a:extLst>
              <a:ext uri="{FF2B5EF4-FFF2-40B4-BE49-F238E27FC236}">
                <a16:creationId xmlns:a16="http://schemas.microsoft.com/office/drawing/2014/main" id="{D37D2624-1542-44CC-8DB8-AE20A8E8A8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812" y="5755367"/>
            <a:ext cx="365208" cy="365208"/>
          </a:xfrm>
          <a:prstGeom prst="rect">
            <a:avLst/>
          </a:prstGeom>
        </p:spPr>
      </p:pic>
      <p:graphicFrame>
        <p:nvGraphicFramePr>
          <p:cNvPr id="21" name="Table 7">
            <a:extLst>
              <a:ext uri="{FF2B5EF4-FFF2-40B4-BE49-F238E27FC236}">
                <a16:creationId xmlns:a16="http://schemas.microsoft.com/office/drawing/2014/main" id="{063072A0-ACC9-4406-91D9-1BCD306D104C}"/>
              </a:ext>
            </a:extLst>
          </p:cNvPr>
          <p:cNvGraphicFramePr>
            <a:graphicFrameLocks noGrp="1"/>
          </p:cNvGraphicFramePr>
          <p:nvPr/>
        </p:nvGraphicFramePr>
        <p:xfrm>
          <a:off x="6194679" y="1427723"/>
          <a:ext cx="5747237" cy="5184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329">
                  <a:extLst>
                    <a:ext uri="{9D8B030D-6E8A-4147-A177-3AD203B41FA5}">
                      <a16:colId xmlns:a16="http://schemas.microsoft.com/office/drawing/2014/main" val="821458551"/>
                    </a:ext>
                  </a:extLst>
                </a:gridCol>
                <a:gridCol w="4466908">
                  <a:extLst>
                    <a:ext uri="{9D8B030D-6E8A-4147-A177-3AD203B41FA5}">
                      <a16:colId xmlns:a16="http://schemas.microsoft.com/office/drawing/2014/main" val="2460119293"/>
                    </a:ext>
                  </a:extLst>
                </a:gridCol>
              </a:tblGrid>
              <a:tr h="471328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UKE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b="1" noProof="0">
                          <a:solidFill>
                            <a:schemeClr val="tx1"/>
                          </a:solidFill>
                          <a:effectLst/>
                        </a:rPr>
                        <a:t>TEMA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815943"/>
                  </a:ext>
                </a:extLst>
              </a:tr>
              <a:tr h="47132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UKE 43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81D3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b="1" noProof="0">
                          <a:solidFill>
                            <a:schemeClr val="tx1"/>
                          </a:solidFill>
                        </a:rPr>
                        <a:t>Drift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81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246508"/>
                  </a:ext>
                </a:extLst>
              </a:tr>
              <a:tr h="47132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UKE 44</a:t>
                      </a:r>
                    </a:p>
                  </a:txBody>
                  <a:tcPr anchor="ctr">
                    <a:solidFill>
                      <a:srgbClr val="81D3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b="1" noProof="0">
                          <a:solidFill>
                            <a:schemeClr val="tx1"/>
                          </a:solidFill>
                        </a:rPr>
                        <a:t>Fargelære, Grafikk mm</a:t>
                      </a:r>
                    </a:p>
                  </a:txBody>
                  <a:tcPr anchor="ctr">
                    <a:solidFill>
                      <a:srgbClr val="81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955055"/>
                  </a:ext>
                </a:extLst>
              </a:tr>
              <a:tr h="47132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UKE 45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b="1" noProof="0">
                          <a:solidFill>
                            <a:schemeClr val="tx1"/>
                          </a:solidFill>
                        </a:rPr>
                        <a:t>Designmanual og Logo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262511"/>
                  </a:ext>
                </a:extLst>
              </a:tr>
              <a:tr h="47132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UKE 46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b="1" noProof="0">
                          <a:solidFill>
                            <a:schemeClr val="tx1"/>
                          </a:solidFill>
                        </a:rPr>
                        <a:t>Designmanual og Logo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9149416"/>
                  </a:ext>
                </a:extLst>
              </a:tr>
              <a:tr h="47132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UKE 47</a:t>
                      </a:r>
                    </a:p>
                  </a:txBody>
                  <a:tcPr anchor="ctr">
                    <a:solidFill>
                      <a:srgbClr val="F36B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b="1" noProof="0">
                          <a:solidFill>
                            <a:schemeClr val="tx1"/>
                          </a:solidFill>
                        </a:rPr>
                        <a:t>Terminoppgave</a:t>
                      </a:r>
                    </a:p>
                  </a:txBody>
                  <a:tcPr anchor="ctr">
                    <a:solidFill>
                      <a:srgbClr val="F36B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867597"/>
                  </a:ext>
                </a:extLst>
              </a:tr>
              <a:tr h="47132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UKE 48</a:t>
                      </a:r>
                    </a:p>
                  </a:txBody>
                  <a:tcPr anchor="ctr">
                    <a:solidFill>
                      <a:srgbClr val="F36B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b="1" noProof="0">
                          <a:solidFill>
                            <a:schemeClr val="tx1"/>
                          </a:solidFill>
                        </a:rPr>
                        <a:t>Terminoppgave</a:t>
                      </a:r>
                    </a:p>
                  </a:txBody>
                  <a:tcPr anchor="ctr">
                    <a:solidFill>
                      <a:srgbClr val="F36B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731497"/>
                  </a:ext>
                </a:extLst>
              </a:tr>
              <a:tr h="47132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UKE 49</a:t>
                      </a:r>
                    </a:p>
                  </a:txBody>
                  <a:tcPr anchor="ctr">
                    <a:solidFill>
                      <a:srgbClr val="F36B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b="1" noProof="0">
                          <a:solidFill>
                            <a:schemeClr val="tx1"/>
                          </a:solidFill>
                        </a:rPr>
                        <a:t>Terminoppgave</a:t>
                      </a:r>
                    </a:p>
                  </a:txBody>
                  <a:tcPr anchor="ctr">
                    <a:solidFill>
                      <a:srgbClr val="F36B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348769"/>
                  </a:ext>
                </a:extLst>
              </a:tr>
              <a:tr h="47132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UKE 50</a:t>
                      </a:r>
                    </a:p>
                  </a:txBody>
                  <a:tcPr anchor="ctr">
                    <a:solidFill>
                      <a:srgbClr val="75C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b="1" noProof="0">
                          <a:solidFill>
                            <a:schemeClr val="tx1"/>
                          </a:solidFill>
                        </a:rPr>
                        <a:t>Fagsamtaler</a:t>
                      </a:r>
                    </a:p>
                  </a:txBody>
                  <a:tcPr anchor="ctr">
                    <a:solidFill>
                      <a:srgbClr val="75C0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923745"/>
                  </a:ext>
                </a:extLst>
              </a:tr>
              <a:tr h="47132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UKE 51</a:t>
                      </a:r>
                    </a:p>
                  </a:txBody>
                  <a:tcPr anchor="ctr">
                    <a:solidFill>
                      <a:srgbClr val="75C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b="1" noProof="0">
                          <a:solidFill>
                            <a:schemeClr val="tx1"/>
                          </a:solidFill>
                        </a:rPr>
                        <a:t>Fagsamtaler – juleferie </a:t>
                      </a:r>
                      <a:r>
                        <a:rPr lang="nb-NO" b="1" noProof="0" err="1">
                          <a:solidFill>
                            <a:schemeClr val="tx1"/>
                          </a:solidFill>
                        </a:rPr>
                        <a:t>fom</a:t>
                      </a:r>
                      <a:r>
                        <a:rPr lang="nb-NO" b="1" noProof="0">
                          <a:solidFill>
                            <a:schemeClr val="tx1"/>
                          </a:solidFill>
                        </a:rPr>
                        <a:t> onsdag</a:t>
                      </a:r>
                    </a:p>
                  </a:txBody>
                  <a:tcPr anchor="ctr">
                    <a:solidFill>
                      <a:srgbClr val="75C0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812142"/>
                  </a:ext>
                </a:extLst>
              </a:tr>
              <a:tr h="47132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UKE 52</a:t>
                      </a:r>
                    </a:p>
                  </a:txBody>
                  <a:tcPr anchor="ctr"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b="1" i="1" noProof="0">
                          <a:solidFill>
                            <a:schemeClr val="tx1"/>
                          </a:solidFill>
                        </a:rPr>
                        <a:t>JULEFERIE</a:t>
                      </a:r>
                    </a:p>
                  </a:txBody>
                  <a:tcPr anchor="ctr">
                    <a:solidFill>
                      <a:srgbClr val="AEAB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390802"/>
                  </a:ext>
                </a:extLst>
              </a:tr>
            </a:tbl>
          </a:graphicData>
        </a:graphic>
      </p:graphicFrame>
      <p:pic>
        <p:nvPicPr>
          <p:cNvPr id="22" name="Picture 10" descr="Icon&#10;&#10;Description automatically generated">
            <a:extLst>
              <a:ext uri="{FF2B5EF4-FFF2-40B4-BE49-F238E27FC236}">
                <a16:creationId xmlns:a16="http://schemas.microsoft.com/office/drawing/2014/main" id="{1072C133-5B7B-482F-AC1A-43B4EF48D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758" y="2401727"/>
            <a:ext cx="382967" cy="382967"/>
          </a:xfrm>
          <a:prstGeom prst="rect">
            <a:avLst/>
          </a:prstGeom>
        </p:spPr>
      </p:pic>
      <p:pic>
        <p:nvPicPr>
          <p:cNvPr id="10" name="Picture 10" descr="Icon&#10;&#10;Description automatically generated">
            <a:extLst>
              <a:ext uri="{FF2B5EF4-FFF2-40B4-BE49-F238E27FC236}">
                <a16:creationId xmlns:a16="http://schemas.microsoft.com/office/drawing/2014/main" id="{28101455-CA72-4993-8E17-8A99D765A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1774" y="2892861"/>
            <a:ext cx="382967" cy="382967"/>
          </a:xfrm>
          <a:prstGeom prst="rect">
            <a:avLst/>
          </a:prstGeom>
        </p:spPr>
      </p:pic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9DEFB8EA-A6CD-4CB6-9CBD-7FA6572F6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8215" y="3383995"/>
            <a:ext cx="382967" cy="382967"/>
          </a:xfrm>
          <a:prstGeom prst="rect">
            <a:avLst/>
          </a:prstGeom>
        </p:spPr>
      </p:pic>
      <p:pic>
        <p:nvPicPr>
          <p:cNvPr id="13" name="Picture 10" descr="Icon&#10;&#10;Description automatically generated">
            <a:extLst>
              <a:ext uri="{FF2B5EF4-FFF2-40B4-BE49-F238E27FC236}">
                <a16:creationId xmlns:a16="http://schemas.microsoft.com/office/drawing/2014/main" id="{CEA708FD-8385-4B4D-9CBB-74B611821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760" y="3840818"/>
            <a:ext cx="382967" cy="382967"/>
          </a:xfrm>
          <a:prstGeom prst="rect">
            <a:avLst/>
          </a:prstGeom>
        </p:spPr>
      </p:pic>
      <p:pic>
        <p:nvPicPr>
          <p:cNvPr id="14" name="Picture 10" descr="Icon&#10;&#10;Description automatically generated">
            <a:extLst>
              <a:ext uri="{FF2B5EF4-FFF2-40B4-BE49-F238E27FC236}">
                <a16:creationId xmlns:a16="http://schemas.microsoft.com/office/drawing/2014/main" id="{C623D46A-8735-47B2-A66A-66924A717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759" y="4325123"/>
            <a:ext cx="382967" cy="382967"/>
          </a:xfrm>
          <a:prstGeom prst="rect">
            <a:avLst/>
          </a:prstGeom>
        </p:spPr>
      </p:pic>
      <p:pic>
        <p:nvPicPr>
          <p:cNvPr id="15" name="Picture 10" descr="Icon&#10;&#10;Description automatically generated">
            <a:extLst>
              <a:ext uri="{FF2B5EF4-FFF2-40B4-BE49-F238E27FC236}">
                <a16:creationId xmlns:a16="http://schemas.microsoft.com/office/drawing/2014/main" id="{CFDD0B36-7225-40A4-AE3D-F92FF60CA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757" y="4757013"/>
            <a:ext cx="382967" cy="38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552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6CF93C9C-3E39-47DB-A5B0-A2EDEB2FD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1IM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220A91B7-227B-46C1-90F6-86F495801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4457C-1C78-144B-90F2-7FDBAED4720C}" type="slidenum">
              <a:rPr lang="en-US" smtClean="0"/>
              <a:t>3</a:t>
            </a:fld>
            <a:endParaRPr lang="en-US"/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93D9CD3A-5734-434A-BA3C-F3CA9169B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kstSylinder 6">
            <a:extLst>
              <a:ext uri="{FF2B5EF4-FFF2-40B4-BE49-F238E27FC236}">
                <a16:creationId xmlns:a16="http://schemas.microsoft.com/office/drawing/2014/main" id="{EE7B3B0D-3EB7-4500-9828-D3C451FE6BF2}"/>
              </a:ext>
            </a:extLst>
          </p:cNvPr>
          <p:cNvSpPr txBox="1"/>
          <p:nvPr/>
        </p:nvSpPr>
        <p:spPr>
          <a:xfrm>
            <a:off x="843608" y="4324227"/>
            <a:ext cx="10524449" cy="12332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nb-NO" sz="2000" dirty="0"/>
              <a:t>Livet under og etter pandemien – Verdensdagen for Psykisk Helse</a:t>
            </a:r>
          </a:p>
          <a:p>
            <a:pPr algn="ctr">
              <a:lnSpc>
                <a:spcPct val="110000"/>
              </a:lnSpc>
            </a:pPr>
            <a:endParaRPr lang="nb-NO" sz="2000" dirty="0"/>
          </a:p>
          <a:p>
            <a:pPr algn="ctr">
              <a:lnSpc>
                <a:spcPct val="110000"/>
              </a:lnSpc>
            </a:pPr>
            <a:r>
              <a:rPr lang="en-US" sz="2000" dirty="0">
                <a:hlinkClick r:id="rId3"/>
              </a:rPr>
              <a:t>https://verdensdagen.no/tema-2021-livet-under-og-etter-en-pandemi/</a:t>
            </a:r>
            <a:endParaRPr lang="nb-NO" sz="2000" dirty="0"/>
          </a:p>
          <a:p>
            <a:pPr algn="ctr">
              <a:lnSpc>
                <a:spcPct val="110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6021954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e 6" descr="Et bilde som inneholder tekst&#10;&#10;Automatisk generert beskrivelse">
            <a:extLst>
              <a:ext uri="{FF2B5EF4-FFF2-40B4-BE49-F238E27FC236}">
                <a16:creationId xmlns:a16="http://schemas.microsoft.com/office/drawing/2014/main" id="{68CE8E26-C609-4E48-B018-9533D6423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tel 1">
            <a:extLst>
              <a:ext uri="{FF2B5EF4-FFF2-40B4-BE49-F238E27FC236}">
                <a16:creationId xmlns:a16="http://schemas.microsoft.com/office/drawing/2014/main" id="{3D4BE144-1FF0-4A32-BEBE-FDE704031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b="1" dirty="0">
                <a:solidFill>
                  <a:schemeClr val="bg1"/>
                </a:solidFill>
              </a:rPr>
              <a:t>Uke 41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20019EF0-9563-4CE4-861D-65F02E146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1IM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580AEC15-95B2-4343-A14C-ACCF29206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4457C-1C78-144B-90F2-7FDBAED4720C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86DF557D-FF6A-4DEF-A103-90A2CFF961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1048709"/>
              </p:ext>
            </p:extLst>
          </p:nvPr>
        </p:nvGraphicFramePr>
        <p:xfrm>
          <a:off x="683812" y="1335819"/>
          <a:ext cx="10988257" cy="49639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908">
                  <a:extLst>
                    <a:ext uri="{9D8B030D-6E8A-4147-A177-3AD203B41FA5}">
                      <a16:colId xmlns:a16="http://schemas.microsoft.com/office/drawing/2014/main" val="2400633477"/>
                    </a:ext>
                  </a:extLst>
                </a:gridCol>
                <a:gridCol w="2210296">
                  <a:extLst>
                    <a:ext uri="{9D8B030D-6E8A-4147-A177-3AD203B41FA5}">
                      <a16:colId xmlns:a16="http://schemas.microsoft.com/office/drawing/2014/main" val="4063127250"/>
                    </a:ext>
                  </a:extLst>
                </a:gridCol>
                <a:gridCol w="1763296">
                  <a:extLst>
                    <a:ext uri="{9D8B030D-6E8A-4147-A177-3AD203B41FA5}">
                      <a16:colId xmlns:a16="http://schemas.microsoft.com/office/drawing/2014/main" val="90516634"/>
                    </a:ext>
                  </a:extLst>
                </a:gridCol>
                <a:gridCol w="1786291">
                  <a:extLst>
                    <a:ext uri="{9D8B030D-6E8A-4147-A177-3AD203B41FA5}">
                      <a16:colId xmlns:a16="http://schemas.microsoft.com/office/drawing/2014/main" val="2819983285"/>
                    </a:ext>
                  </a:extLst>
                </a:gridCol>
                <a:gridCol w="1750263">
                  <a:extLst>
                    <a:ext uri="{9D8B030D-6E8A-4147-A177-3AD203B41FA5}">
                      <a16:colId xmlns:a16="http://schemas.microsoft.com/office/drawing/2014/main" val="1542685653"/>
                    </a:ext>
                  </a:extLst>
                </a:gridCol>
                <a:gridCol w="1902203">
                  <a:extLst>
                    <a:ext uri="{9D8B030D-6E8A-4147-A177-3AD203B41FA5}">
                      <a16:colId xmlns:a16="http://schemas.microsoft.com/office/drawing/2014/main" val="2161141599"/>
                    </a:ext>
                  </a:extLst>
                </a:gridCol>
              </a:tblGrid>
              <a:tr h="392161">
                <a:tc>
                  <a:txBody>
                    <a:bodyPr/>
                    <a:lstStyle/>
                    <a:p>
                      <a:endParaRPr lang="nb-NO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600"/>
                        <a:t>Mandag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600"/>
                        <a:t>Tirsdag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600"/>
                        <a:t>Onsdag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600"/>
                        <a:t>Torsdag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600"/>
                        <a:t>Fredag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643358"/>
                  </a:ext>
                </a:extLst>
              </a:tr>
              <a:tr h="893190">
                <a:tc>
                  <a:txBody>
                    <a:bodyPr/>
                    <a:lstStyle/>
                    <a:p>
                      <a:r>
                        <a:rPr lang="nb-NO" sz="1600" dirty="0"/>
                        <a:t>08:45-10:15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200" dirty="0"/>
                        <a:t>IM – mandagssamling</a:t>
                      </a:r>
                      <a:br>
                        <a:rPr lang="nb-NO" sz="1200" dirty="0"/>
                      </a:br>
                      <a:endParaRPr lang="nb-NO" sz="1200" dirty="0"/>
                    </a:p>
                    <a:p>
                      <a:r>
                        <a:rPr lang="nb-NO" sz="1200" b="1" dirty="0"/>
                        <a:t>TERMINOPPGAVE</a:t>
                      </a:r>
                      <a:br>
                        <a:rPr lang="nb-NO" sz="1200" b="1" dirty="0"/>
                      </a:br>
                      <a:r>
                        <a:rPr lang="nb-NO" sz="1200" b="1" dirty="0"/>
                        <a:t>Hvordan komme i mål?</a:t>
                      </a:r>
                    </a:p>
                    <a:p>
                      <a:endParaRPr lang="nb-NO" sz="12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200" dirty="0"/>
                        <a:t>IM </a:t>
                      </a:r>
                      <a:br>
                        <a:rPr lang="nb-NO" sz="1200" dirty="0"/>
                      </a:br>
                      <a:r>
                        <a:rPr lang="nb-NO" sz="1000" b="1" dirty="0"/>
                        <a:t>Kommunikasjonsmodell-budskap-målgruppe</a:t>
                      </a:r>
                    </a:p>
                    <a:p>
                      <a:br>
                        <a:rPr lang="nb-NO" sz="1200" b="1" dirty="0"/>
                      </a:br>
                      <a:r>
                        <a:rPr lang="nb-NO" sz="1200" b="1" dirty="0"/>
                        <a:t>9.30 IMI fellesfag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200" dirty="0"/>
                        <a:t>IM </a:t>
                      </a:r>
                    </a:p>
                    <a:p>
                      <a:endParaRPr lang="nb-NO" sz="1200" dirty="0"/>
                    </a:p>
                    <a:p>
                      <a:r>
                        <a:rPr lang="nb-NO" sz="1200" b="1" dirty="0"/>
                        <a:t>Hvordan lage </a:t>
                      </a:r>
                      <a:br>
                        <a:rPr lang="nb-NO" sz="1200" b="1" dirty="0"/>
                      </a:br>
                      <a:r>
                        <a:rPr lang="nb-NO" sz="1200" b="1" dirty="0"/>
                        <a:t>en god plan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200" dirty="0"/>
                        <a:t>IM</a:t>
                      </a:r>
                      <a:br>
                        <a:rPr lang="nb-NO" sz="1200" dirty="0"/>
                      </a:br>
                      <a:endParaRPr lang="nb-NO" sz="1200" dirty="0"/>
                    </a:p>
                    <a:p>
                      <a:r>
                        <a:rPr lang="nb-NO" sz="1200" b="1" dirty="0"/>
                        <a:t>Filstørrelse og</a:t>
                      </a:r>
                    </a:p>
                    <a:p>
                      <a:r>
                        <a:rPr lang="nb-NO" sz="1200" b="1" dirty="0"/>
                        <a:t>oppløsning 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200" dirty="0"/>
                        <a:t>IM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409544"/>
                  </a:ext>
                </a:extLst>
              </a:tr>
              <a:tr h="397608">
                <a:tc>
                  <a:txBody>
                    <a:bodyPr/>
                    <a:lstStyle/>
                    <a:p>
                      <a:r>
                        <a:rPr lang="nb-NO" sz="1600"/>
                        <a:t>10:15-10:30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200"/>
                        <a:t>Friminutt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1200" dirty="0"/>
                        <a:t>Friminutt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1200"/>
                        <a:t>Friminutt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1200"/>
                        <a:t>Friminutt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1200"/>
                        <a:t>Friminutt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5461550"/>
                  </a:ext>
                </a:extLst>
              </a:tr>
              <a:tr h="392161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1600"/>
                        <a:t>10:30-12:00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nb-NO" sz="1200" dirty="0"/>
                        <a:t>IM</a:t>
                      </a:r>
                    </a:p>
                    <a:p>
                      <a:endParaRPr lang="nb-NO" sz="12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1200" dirty="0"/>
                        <a:t>IM 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nb-NO" sz="1200" b="1" dirty="0"/>
                      </a:br>
                      <a:r>
                        <a:rPr lang="nb-NO" sz="1200" b="1" dirty="0"/>
                        <a:t>IMI- fellesfag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200" dirty="0"/>
                        <a:t>IM 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nb-NO" sz="1200" dirty="0"/>
                        <a:t>IM 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nb-NO" sz="1200" dirty="0"/>
                        <a:t>IM 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331516"/>
                  </a:ext>
                </a:extLst>
              </a:tr>
              <a:tr h="392161">
                <a:tc v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1200" b="1" dirty="0"/>
                        <a:t>Engelsk - IM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941724"/>
                  </a:ext>
                </a:extLst>
              </a:tr>
              <a:tr h="417717">
                <a:tc>
                  <a:txBody>
                    <a:bodyPr/>
                    <a:lstStyle/>
                    <a:p>
                      <a:r>
                        <a:rPr lang="nb-NO" sz="1600"/>
                        <a:t>12:00-12:45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200"/>
                        <a:t>Storefri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1200"/>
                        <a:t>Storefri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1200"/>
                        <a:t>Storefri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1200"/>
                        <a:t>Storefri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1200"/>
                        <a:t>Storefri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078169"/>
                  </a:ext>
                </a:extLst>
              </a:tr>
              <a:tr h="392161">
                <a:tc rowSpan="2">
                  <a:txBody>
                    <a:bodyPr/>
                    <a:lstStyle/>
                    <a:p>
                      <a:r>
                        <a:rPr lang="nb-NO" sz="1600"/>
                        <a:t>12:45-14:15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200" dirty="0"/>
                        <a:t>IM – 13:30 /</a:t>
                      </a:r>
                      <a:r>
                        <a:rPr lang="nb-NO" sz="1200" b="1" dirty="0"/>
                        <a:t> IMI fellesfag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nb-NO" sz="1200"/>
                        <a:t>Fellesfag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Fellesfag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Fellesfag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nb-NO" sz="1200" dirty="0"/>
                        <a:t>IM 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4202429"/>
                  </a:ext>
                </a:extLst>
              </a:tr>
              <a:tr h="392161">
                <a:tc v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1200"/>
                        <a:t>Fellesfag  14:15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IM 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1810862"/>
                  </a:ext>
                </a:extLst>
              </a:tr>
              <a:tr h="397608">
                <a:tc>
                  <a:txBody>
                    <a:bodyPr/>
                    <a:lstStyle/>
                    <a:p>
                      <a:r>
                        <a:rPr lang="nb-NO" sz="1600"/>
                        <a:t>14:15-14:30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200"/>
                        <a:t>Friminutt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1200"/>
                        <a:t>Friminutt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1200"/>
                        <a:t>Friminutt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1200"/>
                        <a:t>Friminutt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1200"/>
                        <a:t>Friminutt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803685"/>
                  </a:ext>
                </a:extLst>
              </a:tr>
              <a:tr h="784323">
                <a:tc>
                  <a:txBody>
                    <a:bodyPr/>
                    <a:lstStyle/>
                    <a:p>
                      <a:r>
                        <a:rPr lang="nb-NO" sz="1600"/>
                        <a:t>14:30-16:00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200"/>
                        <a:t>Fellesfag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200"/>
                        <a:t>Fellesfag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b-NO" sz="12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240267"/>
                  </a:ext>
                </a:extLst>
              </a:tr>
            </a:tbl>
          </a:graphicData>
        </a:graphic>
      </p:graphicFrame>
      <p:pic>
        <p:nvPicPr>
          <p:cNvPr id="8" name="Picture 6" descr="A picture containing shape&#10;&#10;Description automatically generated">
            <a:extLst>
              <a:ext uri="{FF2B5EF4-FFF2-40B4-BE49-F238E27FC236}">
                <a16:creationId xmlns:a16="http://schemas.microsoft.com/office/drawing/2014/main" id="{77DC0773-1B94-40C1-AC9F-052BE8A1E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5958" y="132203"/>
            <a:ext cx="563996" cy="53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588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e 5" descr="Et bilde som inneholder natur, is&#10;&#10;Automatisk generert beskrivelse">
            <a:extLst>
              <a:ext uri="{FF2B5EF4-FFF2-40B4-BE49-F238E27FC236}">
                <a16:creationId xmlns:a16="http://schemas.microsoft.com/office/drawing/2014/main" id="{47B99856-6656-4DA3-A0AE-23B43893F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tel 1">
            <a:extLst>
              <a:ext uri="{FF2B5EF4-FFF2-40B4-BE49-F238E27FC236}">
                <a16:creationId xmlns:a16="http://schemas.microsoft.com/office/drawing/2014/main" id="{F7A9A239-9ACD-4DD2-A73A-302EC316D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618" y="444440"/>
            <a:ext cx="2622165" cy="1128238"/>
          </a:xfrm>
        </p:spPr>
        <p:txBody>
          <a:bodyPr/>
          <a:lstStyle/>
          <a:p>
            <a:r>
              <a:rPr lang="nb-NO" dirty="0"/>
              <a:t>UKAS UTTRYKK</a:t>
            </a:r>
            <a:endParaRPr lang="en-US" dirty="0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DA670483-662B-49CF-9169-9EBE3A08A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1IM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5C7B214C-91A5-4A1F-98B7-EB3953908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4457C-1C78-144B-90F2-7FDBAED4720C}" type="slidenum">
              <a:rPr lang="en-US" smtClean="0"/>
              <a:t>5</a:t>
            </a:fld>
            <a:endParaRPr lang="en-US"/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0A9C9141-7FA1-4A57-8FFE-117B081BD9E5}"/>
              </a:ext>
            </a:extLst>
          </p:cNvPr>
          <p:cNvSpPr txBox="1"/>
          <p:nvPr/>
        </p:nvSpPr>
        <p:spPr>
          <a:xfrm>
            <a:off x="3996477" y="444440"/>
            <a:ext cx="4409767" cy="6815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nb-NO" sz="4400" b="1" dirty="0">
                <a:solidFill>
                  <a:srgbClr val="2C8BA5"/>
                </a:solidFill>
              </a:rPr>
              <a:t>FRONTEND</a:t>
            </a:r>
            <a:endParaRPr lang="en-US" sz="4400" b="1" dirty="0">
              <a:solidFill>
                <a:srgbClr val="2C8BA5"/>
              </a:solidFill>
            </a:endParaRP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4F37349B-A614-4AA3-93EE-D2B296239F36}"/>
              </a:ext>
            </a:extLst>
          </p:cNvPr>
          <p:cNvSpPr txBox="1"/>
          <p:nvPr/>
        </p:nvSpPr>
        <p:spPr>
          <a:xfrm>
            <a:off x="8583226" y="4180698"/>
            <a:ext cx="3378926" cy="6815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nb-NO" sz="4400" b="1" dirty="0">
                <a:solidFill>
                  <a:srgbClr val="88CDE0"/>
                </a:solidFill>
              </a:rPr>
              <a:t>BACKEND</a:t>
            </a:r>
            <a:endParaRPr lang="en-US" sz="4400" b="1" dirty="0">
              <a:solidFill>
                <a:srgbClr val="88CD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2590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kument 6">
            <a:extLst>
              <a:ext uri="{FF2B5EF4-FFF2-40B4-BE49-F238E27FC236}">
                <a16:creationId xmlns:a16="http://schemas.microsoft.com/office/drawing/2014/main" id="{5F8F148C-9109-4543-A7DC-205BF89EB307}"/>
              </a:ext>
            </a:extLst>
          </p:cNvPr>
          <p:cNvSpPr/>
          <p:nvPr/>
        </p:nvSpPr>
        <p:spPr>
          <a:xfrm rot="21216981">
            <a:off x="7237155" y="-282099"/>
            <a:ext cx="4069830" cy="2414835"/>
          </a:xfrm>
          <a:prstGeom prst="flowChartDocumen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00BBA36D-DCBB-4C02-AD3A-10180B88D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b="1" dirty="0"/>
              <a:t>TERMINOPPGAVE 2021</a:t>
            </a:r>
            <a:endParaRPr lang="en-US" b="1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76B52C6-5EB2-4B5C-A072-E2B341C6E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6122" y="1918945"/>
            <a:ext cx="9134162" cy="4210523"/>
          </a:xfrm>
        </p:spPr>
        <p:txBody>
          <a:bodyPr>
            <a:normAutofit/>
          </a:bodyPr>
          <a:lstStyle/>
          <a:p>
            <a:r>
              <a:rPr lang="nb-NO" b="1" dirty="0"/>
              <a:t>Din personlige hjemmeside</a:t>
            </a:r>
          </a:p>
          <a:p>
            <a:r>
              <a:rPr lang="nb-NO" b="1" dirty="0"/>
              <a:t>Fremstå som en attraktiv arbeidstaker, </a:t>
            </a:r>
            <a:r>
              <a:rPr lang="nb-NO" b="1" dirty="0" err="1"/>
              <a:t>promotér</a:t>
            </a:r>
            <a:r>
              <a:rPr lang="nb-NO" b="1" dirty="0"/>
              <a:t> deg selv</a:t>
            </a:r>
          </a:p>
          <a:p>
            <a:r>
              <a:rPr lang="nb-NO" b="1" dirty="0"/>
              <a:t>Terminoppgaven hovedgrunnlag for vurdering 1. termin. </a:t>
            </a:r>
          </a:p>
          <a:p>
            <a:r>
              <a:rPr lang="nb-NO" b="1" dirty="0"/>
              <a:t>I oppgaven som kommer finner du kjennetegn på hva vi vurderer</a:t>
            </a:r>
          </a:p>
          <a:p>
            <a:r>
              <a:rPr lang="nb-NO" b="1" dirty="0"/>
              <a:t>Sett deg egne mål og jobb mot disse med en god plan</a:t>
            </a:r>
          </a:p>
          <a:p>
            <a:r>
              <a:rPr lang="nb-NO" b="1" dirty="0"/>
              <a:t>START MED Å LESE OPPGAVEN.</a:t>
            </a:r>
            <a:endParaRPr lang="en-US" b="1" dirty="0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7701ABED-9686-42E0-91BE-DC5D16B29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1IM</a:t>
            </a:r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BB40FD3D-F4B1-4CC4-A89B-4E061AAD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4457C-1C78-144B-90F2-7FDBAED4720C}" type="slidenum">
              <a:rPr lang="en-US" smtClean="0"/>
              <a:t>6</a:t>
            </a:fld>
            <a:endParaRPr lang="en-US"/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BC86A750-8AB3-4DBF-8F83-90760AD86E05}"/>
              </a:ext>
            </a:extLst>
          </p:cNvPr>
          <p:cNvSpPr txBox="1"/>
          <p:nvPr/>
        </p:nvSpPr>
        <p:spPr>
          <a:xfrm rot="21163288">
            <a:off x="7431654" y="234204"/>
            <a:ext cx="3785017" cy="13808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nb-NO" sz="2800" b="1" i="1" dirty="0">
                <a:solidFill>
                  <a:srgbClr val="C00000"/>
                </a:solidFill>
                <a:highlight>
                  <a:srgbClr val="FFC000"/>
                </a:highlight>
              </a:rPr>
              <a:t>…kan også jobbes med når du ikke har noe annet å gjøre…..</a:t>
            </a:r>
            <a:endParaRPr lang="en-US" sz="2800" b="1" i="1" dirty="0">
              <a:solidFill>
                <a:srgbClr val="C00000"/>
              </a:solidFill>
              <a:highlight>
                <a:srgbClr val="FFC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12880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AA80A1B-2ADC-422F-ADE3-6DA25BC5D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HVORDAN KOMME I MÅL</a:t>
            </a:r>
            <a:endParaRPr lang="en-US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7D51B7C-6A09-4B5A-9A42-F0159316E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b="1" dirty="0"/>
              <a:t>Skaff deg oversikt over HVA som skal gjøres, hvordan du vil løse de enkelte oppgavene i hele prosjektet. Gjør gjerne egne notater</a:t>
            </a:r>
          </a:p>
          <a:p>
            <a:r>
              <a:rPr lang="nb-NO" b="1" dirty="0"/>
              <a:t>Tenk litt på HVORDAN du skal gjøre de enkelte tingene. Her kan du bruke de verktøyene som passer deg best, som å tegne med penn og papir, bruke XD. Eller kanskje Power </a:t>
            </a:r>
            <a:r>
              <a:rPr lang="nb-NO" b="1" dirty="0" err="1"/>
              <a:t>point</a:t>
            </a:r>
            <a:r>
              <a:rPr lang="nb-NO" b="1" dirty="0"/>
              <a:t> ?</a:t>
            </a:r>
          </a:p>
          <a:p>
            <a:r>
              <a:rPr lang="nb-NO" b="1" dirty="0"/>
              <a:t>Dess mer tid du bruker på planlegging FØR du begynner arbeide med selve oppgaven, dess lettere er det å komme i mål</a:t>
            </a:r>
          </a:p>
          <a:p>
            <a:r>
              <a:rPr lang="nb-NO" b="1" dirty="0"/>
              <a:t>Og da kan du også få deg en oversikt over hva du trenger å bruke tid på, og hvor mye tid du skal sette av til de ulike oppgavene.</a:t>
            </a:r>
          </a:p>
          <a:p>
            <a:pPr marL="0" indent="0">
              <a:buNone/>
            </a:pPr>
            <a:endParaRPr lang="nb-NO" dirty="0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A35312B2-6E08-4BA4-A52C-9FA5CE84E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1IM</a:t>
            </a:r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6C25BA6B-4A20-4CA7-AC22-4199B3690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4457C-1C78-144B-90F2-7FDBAED4720C}" type="slidenum">
              <a:rPr lang="en-US" smtClean="0"/>
              <a:t>7</a:t>
            </a:fld>
            <a:endParaRPr lang="en-US"/>
          </a:p>
        </p:txBody>
      </p:sp>
      <p:sp>
        <p:nvSpPr>
          <p:cNvPr id="6" name="Dokument 5">
            <a:extLst>
              <a:ext uri="{FF2B5EF4-FFF2-40B4-BE49-F238E27FC236}">
                <a16:creationId xmlns:a16="http://schemas.microsoft.com/office/drawing/2014/main" id="{CFED3C2F-F8AC-4EA0-96F1-4C28DF84980C}"/>
              </a:ext>
            </a:extLst>
          </p:cNvPr>
          <p:cNvSpPr/>
          <p:nvPr/>
        </p:nvSpPr>
        <p:spPr>
          <a:xfrm rot="21216981">
            <a:off x="6579259" y="-1099054"/>
            <a:ext cx="4722842" cy="2697632"/>
          </a:xfrm>
          <a:prstGeom prst="flowChartDocumen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95FB279D-DAC3-4BD9-9666-329247795C6D}"/>
              </a:ext>
            </a:extLst>
          </p:cNvPr>
          <p:cNvSpPr txBox="1"/>
          <p:nvPr/>
        </p:nvSpPr>
        <p:spPr>
          <a:xfrm rot="21163288">
            <a:off x="6778258" y="179590"/>
            <a:ext cx="3287089" cy="10599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nb-NO" sz="1600" b="1" i="1" dirty="0">
                <a:solidFill>
                  <a:srgbClr val="C00000"/>
                </a:solidFill>
                <a:highlight>
                  <a:srgbClr val="FFC000"/>
                </a:highlight>
              </a:rPr>
              <a:t>…når du kommer i mål med noe som du har brukt tiden smart på blir resultatet alltid bedre…..selv om du ikke kommer helt i mål</a:t>
            </a:r>
            <a:endParaRPr lang="en-US" sz="1600" b="1" i="1" dirty="0">
              <a:solidFill>
                <a:srgbClr val="C00000"/>
              </a:solidFill>
              <a:highlight>
                <a:srgbClr val="FFC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2343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E8CC9E3-9147-49D4-B04E-82048F75C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For eksempel</a:t>
            </a:r>
            <a:endParaRPr lang="en-US" dirty="0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B3C91E6F-AA6F-4AB9-B238-DD2285158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1IM</a:t>
            </a:r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98DFAA4A-5B3B-4FC1-871A-63CE833C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4457C-1C78-144B-90F2-7FDBAED4720C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8" name="Tabell 8">
            <a:extLst>
              <a:ext uri="{FF2B5EF4-FFF2-40B4-BE49-F238E27FC236}">
                <a16:creationId xmlns:a16="http://schemas.microsoft.com/office/drawing/2014/main" id="{2DB04629-28CF-4B74-B4CD-66C9680AB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787997"/>
              </p:ext>
            </p:extLst>
          </p:nvPr>
        </p:nvGraphicFramePr>
        <p:xfrm>
          <a:off x="424349" y="1405973"/>
          <a:ext cx="11343301" cy="4828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1142">
                  <a:extLst>
                    <a:ext uri="{9D8B030D-6E8A-4147-A177-3AD203B41FA5}">
                      <a16:colId xmlns:a16="http://schemas.microsoft.com/office/drawing/2014/main" val="4009163990"/>
                    </a:ext>
                  </a:extLst>
                </a:gridCol>
                <a:gridCol w="1494231">
                  <a:extLst>
                    <a:ext uri="{9D8B030D-6E8A-4147-A177-3AD203B41FA5}">
                      <a16:colId xmlns:a16="http://schemas.microsoft.com/office/drawing/2014/main" val="90163185"/>
                    </a:ext>
                  </a:extLst>
                </a:gridCol>
                <a:gridCol w="1566533">
                  <a:extLst>
                    <a:ext uri="{9D8B030D-6E8A-4147-A177-3AD203B41FA5}">
                      <a16:colId xmlns:a16="http://schemas.microsoft.com/office/drawing/2014/main" val="1879859373"/>
                    </a:ext>
                  </a:extLst>
                </a:gridCol>
                <a:gridCol w="1638834">
                  <a:extLst>
                    <a:ext uri="{9D8B030D-6E8A-4147-A177-3AD203B41FA5}">
                      <a16:colId xmlns:a16="http://schemas.microsoft.com/office/drawing/2014/main" val="2509881898"/>
                    </a:ext>
                  </a:extLst>
                </a:gridCol>
                <a:gridCol w="1487817">
                  <a:extLst>
                    <a:ext uri="{9D8B030D-6E8A-4147-A177-3AD203B41FA5}">
                      <a16:colId xmlns:a16="http://schemas.microsoft.com/office/drawing/2014/main" val="992938111"/>
                    </a:ext>
                  </a:extLst>
                </a:gridCol>
                <a:gridCol w="1524744">
                  <a:extLst>
                    <a:ext uri="{9D8B030D-6E8A-4147-A177-3AD203B41FA5}">
                      <a16:colId xmlns:a16="http://schemas.microsoft.com/office/drawing/2014/main" val="556024445"/>
                    </a:ext>
                  </a:extLst>
                </a:gridCol>
              </a:tblGrid>
              <a:tr h="482858">
                <a:tc>
                  <a:txBody>
                    <a:bodyPr/>
                    <a:lstStyle/>
                    <a:p>
                      <a:r>
                        <a:rPr lang="nb-NO" dirty="0">
                          <a:solidFill>
                            <a:schemeClr val="tx1"/>
                          </a:solidFill>
                        </a:rPr>
                        <a:t>WHAT TO DO ??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UKE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UKE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UKE 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UKE 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UKE 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8538094"/>
                  </a:ext>
                </a:extLst>
              </a:tr>
              <a:tr h="482858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bg1"/>
                          </a:solidFill>
                        </a:rPr>
                        <a:t>Finne Inspirasjon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FA1B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674550"/>
                  </a:ext>
                </a:extLst>
              </a:tr>
              <a:tr h="482858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bg1"/>
                          </a:solidFill>
                        </a:rPr>
                        <a:t>Planlegge / lage flytskjema / lage en mappestruktur for hele T-oppgaven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FA1B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584"/>
                  </a:ext>
                </a:extLst>
              </a:tr>
              <a:tr h="482858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bg1"/>
                          </a:solidFill>
                        </a:rPr>
                        <a:t>Skrive alle tekster for alle sider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FA1B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730214"/>
                  </a:ext>
                </a:extLst>
              </a:tr>
              <a:tr h="482858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bg1"/>
                          </a:solidFill>
                        </a:rPr>
                        <a:t>Ta bilder / behandle bilder / lete frem ferdige bilder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FA1B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6030504"/>
                  </a:ext>
                </a:extLst>
              </a:tr>
              <a:tr h="482858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bg1"/>
                          </a:solidFill>
                        </a:rPr>
                        <a:t>Sette opp prosjekt i Visual Code, sette opp alle html sider jeg har i planen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FA1B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212136"/>
                  </a:ext>
                </a:extLst>
              </a:tr>
              <a:tr h="482858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bg1"/>
                          </a:solidFill>
                        </a:rPr>
                        <a:t>Bestemme struktur design, farger, layout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FA1B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232210"/>
                  </a:ext>
                </a:extLst>
              </a:tr>
              <a:tr h="482858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bg1"/>
                          </a:solidFill>
                        </a:rPr>
                        <a:t>Testing og få tilbakemeldinger av andre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FA1B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6400181"/>
                  </a:ext>
                </a:extLst>
              </a:tr>
              <a:tr h="482858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bg1"/>
                          </a:solidFill>
                        </a:rPr>
                        <a:t>KODING: Html/CSS – </a:t>
                      </a:r>
                      <a:r>
                        <a:rPr lang="nb-NO" sz="1200" b="1" dirty="0" err="1">
                          <a:solidFill>
                            <a:schemeClr val="bg1"/>
                          </a:solidFill>
                        </a:rPr>
                        <a:t>Flexbox</a:t>
                      </a:r>
                      <a:r>
                        <a:rPr lang="nb-NO" sz="1200" b="1" dirty="0">
                          <a:solidFill>
                            <a:schemeClr val="bg1"/>
                          </a:solidFill>
                        </a:rPr>
                        <a:t>?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FA1B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2885184"/>
                  </a:ext>
                </a:extLst>
              </a:tr>
              <a:tr h="482858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bg1"/>
                          </a:solidFill>
                        </a:rPr>
                        <a:t>Hva mer trenger jeg å planlegge  ??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FA1B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0177815"/>
                  </a:ext>
                </a:extLst>
              </a:tr>
            </a:tbl>
          </a:graphicData>
        </a:graphic>
      </p:graphicFrame>
      <p:sp>
        <p:nvSpPr>
          <p:cNvPr id="9" name="Rektangel 8">
            <a:extLst>
              <a:ext uri="{FF2B5EF4-FFF2-40B4-BE49-F238E27FC236}">
                <a16:creationId xmlns:a16="http://schemas.microsoft.com/office/drawing/2014/main" id="{F043453E-4539-4A68-86A1-045B95F578D8}"/>
              </a:ext>
            </a:extLst>
          </p:cNvPr>
          <p:cNvSpPr/>
          <p:nvPr/>
        </p:nvSpPr>
        <p:spPr>
          <a:xfrm>
            <a:off x="4059464" y="1920047"/>
            <a:ext cx="284812" cy="4197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1</a:t>
            </a:r>
            <a:endParaRPr lang="en-US" dirty="0"/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5197E6EB-0297-4D64-940E-7D5844D127C7}"/>
              </a:ext>
            </a:extLst>
          </p:cNvPr>
          <p:cNvSpPr/>
          <p:nvPr/>
        </p:nvSpPr>
        <p:spPr>
          <a:xfrm>
            <a:off x="4344276" y="2390989"/>
            <a:ext cx="284813" cy="4197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1</a:t>
            </a:r>
            <a:endParaRPr lang="en-US" dirty="0"/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632EA38D-FE51-40B7-B09F-AFC9AE5BB181}"/>
              </a:ext>
            </a:extLst>
          </p:cNvPr>
          <p:cNvSpPr/>
          <p:nvPr/>
        </p:nvSpPr>
        <p:spPr>
          <a:xfrm>
            <a:off x="4916402" y="2894407"/>
            <a:ext cx="629590" cy="39724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2</a:t>
            </a:r>
            <a:endParaRPr lang="en-US" dirty="0"/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BE426C52-EBC2-47E3-BBAE-1318D9B01317}"/>
              </a:ext>
            </a:extLst>
          </p:cNvPr>
          <p:cNvSpPr/>
          <p:nvPr/>
        </p:nvSpPr>
        <p:spPr>
          <a:xfrm>
            <a:off x="8073731" y="3368972"/>
            <a:ext cx="668314" cy="4197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2</a:t>
            </a:r>
            <a:endParaRPr lang="en-US" dirty="0"/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66814F5E-1D51-41AB-89E8-45DE0A1A9AB5}"/>
              </a:ext>
            </a:extLst>
          </p:cNvPr>
          <p:cNvSpPr/>
          <p:nvPr/>
        </p:nvSpPr>
        <p:spPr>
          <a:xfrm>
            <a:off x="5545992" y="3849869"/>
            <a:ext cx="406426" cy="41972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2</a:t>
            </a:r>
            <a:endParaRPr lang="en-US" dirty="0"/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13CAA720-540D-4B06-810B-B48F1823815B}"/>
              </a:ext>
            </a:extLst>
          </p:cNvPr>
          <p:cNvSpPr/>
          <p:nvPr/>
        </p:nvSpPr>
        <p:spPr>
          <a:xfrm>
            <a:off x="4804551" y="5320057"/>
            <a:ext cx="724529" cy="41972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ktangel 17">
            <a:extLst>
              <a:ext uri="{FF2B5EF4-FFF2-40B4-BE49-F238E27FC236}">
                <a16:creationId xmlns:a16="http://schemas.microsoft.com/office/drawing/2014/main" id="{8315FDDE-982A-4B03-8FD7-B8E7789C867E}"/>
              </a:ext>
            </a:extLst>
          </p:cNvPr>
          <p:cNvSpPr/>
          <p:nvPr/>
        </p:nvSpPr>
        <p:spPr>
          <a:xfrm>
            <a:off x="5948665" y="4333370"/>
            <a:ext cx="406426" cy="419724"/>
          </a:xfrm>
          <a:prstGeom prst="rect">
            <a:avLst/>
          </a:prstGeom>
          <a:solidFill>
            <a:srgbClr val="2C8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>
                <a:highlight>
                  <a:srgbClr val="2C8BA5"/>
                </a:highlight>
              </a:rPr>
              <a:t>1</a:t>
            </a:r>
            <a:endParaRPr lang="en-US" dirty="0">
              <a:highlight>
                <a:srgbClr val="2C8BA5"/>
              </a:highlight>
            </a:endParaRPr>
          </a:p>
        </p:txBody>
      </p:sp>
      <p:sp>
        <p:nvSpPr>
          <p:cNvPr id="19" name="Rektangel 18">
            <a:extLst>
              <a:ext uri="{FF2B5EF4-FFF2-40B4-BE49-F238E27FC236}">
                <a16:creationId xmlns:a16="http://schemas.microsoft.com/office/drawing/2014/main" id="{DABA95E6-525C-4CDB-A62E-FDD6295A4A34}"/>
              </a:ext>
            </a:extLst>
          </p:cNvPr>
          <p:cNvSpPr/>
          <p:nvPr/>
        </p:nvSpPr>
        <p:spPr>
          <a:xfrm>
            <a:off x="10949507" y="5320057"/>
            <a:ext cx="688016" cy="41972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ktangel 19">
            <a:extLst>
              <a:ext uri="{FF2B5EF4-FFF2-40B4-BE49-F238E27FC236}">
                <a16:creationId xmlns:a16="http://schemas.microsoft.com/office/drawing/2014/main" id="{B87184A4-2C65-42ED-9C15-FD8F0EFB2BC7}"/>
              </a:ext>
            </a:extLst>
          </p:cNvPr>
          <p:cNvSpPr/>
          <p:nvPr/>
        </p:nvSpPr>
        <p:spPr>
          <a:xfrm>
            <a:off x="5545993" y="5321966"/>
            <a:ext cx="2413412" cy="41972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ktangel 20">
            <a:extLst>
              <a:ext uri="{FF2B5EF4-FFF2-40B4-BE49-F238E27FC236}">
                <a16:creationId xmlns:a16="http://schemas.microsoft.com/office/drawing/2014/main" id="{AC6B3B47-9689-49AD-8492-F095D6C7B30C}"/>
              </a:ext>
            </a:extLst>
          </p:cNvPr>
          <p:cNvSpPr/>
          <p:nvPr/>
        </p:nvSpPr>
        <p:spPr>
          <a:xfrm>
            <a:off x="8788857" y="5320057"/>
            <a:ext cx="1352148" cy="41972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ktangel 21">
            <a:extLst>
              <a:ext uri="{FF2B5EF4-FFF2-40B4-BE49-F238E27FC236}">
                <a16:creationId xmlns:a16="http://schemas.microsoft.com/office/drawing/2014/main" id="{DAC9F0B8-C67C-4829-955C-226AB004BD2D}"/>
              </a:ext>
            </a:extLst>
          </p:cNvPr>
          <p:cNvSpPr/>
          <p:nvPr/>
        </p:nvSpPr>
        <p:spPr>
          <a:xfrm>
            <a:off x="4629089" y="3377508"/>
            <a:ext cx="284813" cy="4197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1</a:t>
            </a:r>
            <a:endParaRPr lang="en-US" dirty="0"/>
          </a:p>
        </p:txBody>
      </p:sp>
      <p:sp>
        <p:nvSpPr>
          <p:cNvPr id="23" name="Rektangel 22">
            <a:extLst>
              <a:ext uri="{FF2B5EF4-FFF2-40B4-BE49-F238E27FC236}">
                <a16:creationId xmlns:a16="http://schemas.microsoft.com/office/drawing/2014/main" id="{D4114D4C-471B-40D0-8A30-5C0A59E2DC1B}"/>
              </a:ext>
            </a:extLst>
          </p:cNvPr>
          <p:cNvSpPr/>
          <p:nvPr/>
        </p:nvSpPr>
        <p:spPr>
          <a:xfrm>
            <a:off x="10253857" y="4818262"/>
            <a:ext cx="425327" cy="41972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15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-tema">
  <a:themeElements>
    <a:clrScheme name="Kuben">
      <a:dk1>
        <a:srgbClr val="000000"/>
      </a:dk1>
      <a:lt1>
        <a:srgbClr val="FFFFFF"/>
      </a:lt1>
      <a:dk2>
        <a:srgbClr val="1CA0B4"/>
      </a:dk2>
      <a:lt2>
        <a:srgbClr val="81D3EE"/>
      </a:lt2>
      <a:accent1>
        <a:srgbClr val="F36B21"/>
      </a:accent1>
      <a:accent2>
        <a:srgbClr val="DF1835"/>
      </a:accent2>
      <a:accent3>
        <a:srgbClr val="C44097"/>
      </a:accent3>
      <a:accent4>
        <a:srgbClr val="75C043"/>
      </a:accent4>
      <a:accent5>
        <a:srgbClr val="81D3EE"/>
      </a:accent5>
      <a:accent6>
        <a:srgbClr val="1CA0B4"/>
      </a:accent6>
      <a:hlink>
        <a:srgbClr val="BF1D19"/>
      </a:hlink>
      <a:folHlink>
        <a:srgbClr val="C44097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10000"/>
          </a:lnSpc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_Fredagssamling-Uke-10.pptx" id="{0B423418-6F52-4F60-A405-2C04FD77C983}" vid="{E435F5E3-8822-4A5B-A705-071FEE8D67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8182F6F8F0480498DE7DAD114A278E5" ma:contentTypeVersion="13" ma:contentTypeDescription="Opprett et nytt dokument." ma:contentTypeScope="" ma:versionID="700b28949f6caaf4573c5441dae0d742">
  <xsd:schema xmlns:xsd="http://www.w3.org/2001/XMLSchema" xmlns:xs="http://www.w3.org/2001/XMLSchema" xmlns:p="http://schemas.microsoft.com/office/2006/metadata/properties" xmlns:ns2="27cd06e8-8e2b-4eab-b578-6ee18ff152a4" xmlns:ns3="9a8bd0c8-94c0-4e76-bd03-7e285dab928e" targetNamespace="http://schemas.microsoft.com/office/2006/metadata/properties" ma:root="true" ma:fieldsID="b57cf3fdf6717c559cd3133e6a9575aa" ns2:_="" ns3:_="">
    <xsd:import namespace="27cd06e8-8e2b-4eab-b578-6ee18ff152a4"/>
    <xsd:import namespace="9a8bd0c8-94c0-4e76-bd03-7e285dab92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cd06e8-8e2b-4eab-b578-6ee18ff152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8bd0c8-94c0-4e76-bd03-7e285dab928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87A5E10-792E-4D66-A4A5-BCD274761B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cd06e8-8e2b-4eab-b578-6ee18ff152a4"/>
    <ds:schemaRef ds:uri="9a8bd0c8-94c0-4e76-bd03-7e285dab92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6F2ACE7-CBF4-49D9-8759-9246122E4CD4}">
  <ds:schemaRefs>
    <ds:schemaRef ds:uri="bbc63864-4219-4a70-adc4-f87b6c2f4bc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2F257D3-09D4-48BB-BAE5-130C86D0C8B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IM-MAL</Template>
  <TotalTime>241</TotalTime>
  <Words>524</Words>
  <Application>Microsoft Office PowerPoint</Application>
  <PresentationFormat>Widescreen</PresentationFormat>
  <Paragraphs>161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Century Gothic</vt:lpstr>
      <vt:lpstr>Lucida Grande</vt:lpstr>
      <vt:lpstr>Office-tema</vt:lpstr>
      <vt:lpstr>INFORMASJONSTEKNOLOGI OG MEDIEPRODUKSJON</vt:lpstr>
      <vt:lpstr>OVERSIKT  FØRSTE TERMIN</vt:lpstr>
      <vt:lpstr>PowerPoint Presentation</vt:lpstr>
      <vt:lpstr>Uke 41</vt:lpstr>
      <vt:lpstr>UKAS UTTRYKK</vt:lpstr>
      <vt:lpstr>TERMINOPPGAVE 2021</vt:lpstr>
      <vt:lpstr>HVORDAN KOMME I MÅL</vt:lpstr>
      <vt:lpstr>For eksempel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INFORMASJONSTEKNOLOGI OG MEDIEPRODUKSJON</dc:title>
  <dc:creator>Runar Storeide</dc:creator>
  <cp:lastModifiedBy>Oliver Mio Leander Bing-Hansen</cp:lastModifiedBy>
  <cp:revision>5</cp:revision>
  <dcterms:created xsi:type="dcterms:W3CDTF">2021-08-29T08:53:07Z</dcterms:created>
  <dcterms:modified xsi:type="dcterms:W3CDTF">2021-10-11T08:37:43Z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0x01010098182F6F8F0480498DE7DAD114A278E5</vt:lpwstr>
  </property>
</Properties>
</file>